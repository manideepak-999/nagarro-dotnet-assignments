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 id="2147483648" r:id="rId2"/>
  </p:sldMasterIdLst>
  <p:notesMasterIdLst>
    <p:notesMasterId r:id="rId14"/>
  </p:notesMasterIdLst>
  <p:sldIdLst>
    <p:sldId id="273" r:id="rId3"/>
    <p:sldId id="272" r:id="rId4"/>
    <p:sldId id="261" r:id="rId5"/>
    <p:sldId id="262" r:id="rId6"/>
    <p:sldId id="268" r:id="rId7"/>
    <p:sldId id="267" r:id="rId8"/>
    <p:sldId id="266" r:id="rId9"/>
    <p:sldId id="270" r:id="rId10"/>
    <p:sldId id="271"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BB71D-E310-CC7F-2AB1-FA4F1A840181}" v="76" dt="2022-01-18T03:19:08.986"/>
    <p1510:client id="{622BEE83-33AF-4EEB-99FD-12632695AFF4}" v="43" dt="2022-01-18T03:27:46.753"/>
    <p1510:client id="{CA1E561F-0A1A-58D3-61A7-4F036DE0B805}" v="1" dt="2022-01-18T03:28:49.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dha Goswami" userId="S::shradha.goswami@nagarro.com::82326f8f-ba5b-43bd-930f-c88b77ab83b4" providerId="AD" clId="Web-{52BBB71D-E310-CC7F-2AB1-FA4F1A840181}"/>
    <pc:docChg chg="addSld delSld modSld addMainMaster modMainMaster">
      <pc:chgData name="Shradha Goswami" userId="S::shradha.goswami@nagarro.com::82326f8f-ba5b-43bd-930f-c88b77ab83b4" providerId="AD" clId="Web-{52BBB71D-E310-CC7F-2AB1-FA4F1A840181}" dt="2022-01-18T03:19:08.986" v="58"/>
      <pc:docMkLst>
        <pc:docMk/>
      </pc:docMkLst>
      <pc:sldChg chg="addSp delSp modSp modTransition">
        <pc:chgData name="Shradha Goswami" userId="S::shradha.goswami@nagarro.com::82326f8f-ba5b-43bd-930f-c88b77ab83b4" providerId="AD" clId="Web-{52BBB71D-E310-CC7F-2AB1-FA4F1A840181}" dt="2022-01-18T03:19:08.986" v="58"/>
        <pc:sldMkLst>
          <pc:docMk/>
          <pc:sldMk cId="800985840" sldId="257"/>
        </pc:sldMkLst>
        <pc:spChg chg="add del">
          <ac:chgData name="Shradha Goswami" userId="S::shradha.goswami@nagarro.com::82326f8f-ba5b-43bd-930f-c88b77ab83b4" providerId="AD" clId="Web-{52BBB71D-E310-CC7F-2AB1-FA4F1A840181}" dt="2022-01-18T02:55:31.242" v="41"/>
          <ac:spMkLst>
            <pc:docMk/>
            <pc:sldMk cId="800985840" sldId="257"/>
            <ac:spMk id="2" creationId="{DC8E49AD-61DE-48CF-9767-CE23511D10E2}"/>
          </ac:spMkLst>
        </pc:spChg>
        <pc:spChg chg="add del">
          <ac:chgData name="Shradha Goswami" userId="S::shradha.goswami@nagarro.com::82326f8f-ba5b-43bd-930f-c88b77ab83b4" providerId="AD" clId="Web-{52BBB71D-E310-CC7F-2AB1-FA4F1A840181}" dt="2022-01-18T02:55:03.664" v="40"/>
          <ac:spMkLst>
            <pc:docMk/>
            <pc:sldMk cId="800985840" sldId="257"/>
            <ac:spMk id="3" creationId="{4035D361-889E-4055-8844-C59D98CAAA5F}"/>
          </ac:spMkLst>
        </pc:spChg>
        <pc:spChg chg="add del">
          <ac:chgData name="Shradha Goswami" userId="S::shradha.goswami@nagarro.com::82326f8f-ba5b-43bd-930f-c88b77ab83b4" providerId="AD" clId="Web-{52BBB71D-E310-CC7F-2AB1-FA4F1A840181}" dt="2022-01-18T02:58:19.919" v="48"/>
          <ac:spMkLst>
            <pc:docMk/>
            <pc:sldMk cId="800985840" sldId="257"/>
            <ac:spMk id="7" creationId="{15C42022-D273-4CAB-A06F-65BA2D09735E}"/>
          </ac:spMkLst>
        </pc:spChg>
        <pc:spChg chg="add del mod">
          <ac:chgData name="Shradha Goswami" userId="S::shradha.goswami@nagarro.com::82326f8f-ba5b-43bd-930f-c88b77ab83b4" providerId="AD" clId="Web-{52BBB71D-E310-CC7F-2AB1-FA4F1A840181}" dt="2022-01-18T02:59:53.172" v="52"/>
          <ac:spMkLst>
            <pc:docMk/>
            <pc:sldMk cId="800985840" sldId="257"/>
            <ac:spMk id="8" creationId="{161870DD-AF22-49D2-AFEB-6CA59CC09034}"/>
          </ac:spMkLst>
        </pc:spChg>
        <pc:spChg chg="del">
          <ac:chgData name="Shradha Goswami" userId="S::shradha.goswami@nagarro.com::82326f8f-ba5b-43bd-930f-c88b77ab83b4" providerId="AD" clId="Web-{52BBB71D-E310-CC7F-2AB1-FA4F1A840181}" dt="2022-01-18T02:49:23.873" v="3"/>
          <ac:spMkLst>
            <pc:docMk/>
            <pc:sldMk cId="800985840" sldId="257"/>
            <ac:spMk id="16" creationId="{00000000-0000-0000-0000-000000000000}"/>
          </ac:spMkLst>
        </pc:spChg>
        <pc:picChg chg="add del mod">
          <ac:chgData name="Shradha Goswami" userId="S::shradha.goswami@nagarro.com::82326f8f-ba5b-43bd-930f-c88b77ab83b4" providerId="AD" clId="Web-{52BBB71D-E310-CC7F-2AB1-FA4F1A840181}" dt="2022-01-18T03:19:08.986" v="58"/>
          <ac:picMkLst>
            <pc:docMk/>
            <pc:sldMk cId="800985840" sldId="257"/>
            <ac:picMk id="5" creationId="{61D1D516-61A0-4036-861A-F37B593385DD}"/>
          </ac:picMkLst>
        </pc:picChg>
        <pc:picChg chg="add mod">
          <ac:chgData name="Shradha Goswami" userId="S::shradha.goswami@nagarro.com::82326f8f-ba5b-43bd-930f-c88b77ab83b4" providerId="AD" clId="Web-{52BBB71D-E310-CC7F-2AB1-FA4F1A840181}" dt="2022-01-18T02:54:49.038" v="39" actId="1076"/>
          <ac:picMkLst>
            <pc:docMk/>
            <pc:sldMk cId="800985840" sldId="257"/>
            <ac:picMk id="6" creationId="{5182F47D-29E5-4CF4-9273-A7588F6AC73A}"/>
          </ac:picMkLst>
        </pc:picChg>
      </pc:sldChg>
      <pc:sldChg chg="modTransition">
        <pc:chgData name="Shradha Goswami" userId="S::shradha.goswami@nagarro.com::82326f8f-ba5b-43bd-930f-c88b77ab83b4" providerId="AD" clId="Web-{52BBB71D-E310-CC7F-2AB1-FA4F1A840181}" dt="2022-01-18T03:01:05.408" v="54"/>
        <pc:sldMkLst>
          <pc:docMk/>
          <pc:sldMk cId="323852582" sldId="261"/>
        </pc:sldMkLst>
      </pc:sldChg>
      <pc:sldChg chg="modTransition">
        <pc:chgData name="Shradha Goswami" userId="S::shradha.goswami@nagarro.com::82326f8f-ba5b-43bd-930f-c88b77ab83b4" providerId="AD" clId="Web-{52BBB71D-E310-CC7F-2AB1-FA4F1A840181}" dt="2022-01-18T03:01:05.408" v="54"/>
        <pc:sldMkLst>
          <pc:docMk/>
          <pc:sldMk cId="4224388548" sldId="262"/>
        </pc:sldMkLst>
      </pc:sldChg>
      <pc:sldChg chg="modTransition">
        <pc:chgData name="Shradha Goswami" userId="S::shradha.goswami@nagarro.com::82326f8f-ba5b-43bd-930f-c88b77ab83b4" providerId="AD" clId="Web-{52BBB71D-E310-CC7F-2AB1-FA4F1A840181}" dt="2022-01-18T03:01:05.408" v="54"/>
        <pc:sldMkLst>
          <pc:docMk/>
          <pc:sldMk cId="2182694914" sldId="264"/>
        </pc:sldMkLst>
      </pc:sldChg>
      <pc:sldChg chg="delSp modSp modTransition">
        <pc:chgData name="Shradha Goswami" userId="S::shradha.goswami@nagarro.com::82326f8f-ba5b-43bd-930f-c88b77ab83b4" providerId="AD" clId="Web-{52BBB71D-E310-CC7F-2AB1-FA4F1A840181}" dt="2022-01-18T03:01:05.408" v="54"/>
        <pc:sldMkLst>
          <pc:docMk/>
          <pc:sldMk cId="1508978953" sldId="265"/>
        </pc:sldMkLst>
        <pc:spChg chg="mod">
          <ac:chgData name="Shradha Goswami" userId="S::shradha.goswami@nagarro.com::82326f8f-ba5b-43bd-930f-c88b77ab83b4" providerId="AD" clId="Web-{52BBB71D-E310-CC7F-2AB1-FA4F1A840181}" dt="2022-01-18T02:49:07.107" v="2" actId="1076"/>
          <ac:spMkLst>
            <pc:docMk/>
            <pc:sldMk cId="1508978953" sldId="265"/>
            <ac:spMk id="2" creationId="{00000000-0000-0000-0000-000000000000}"/>
          </ac:spMkLst>
        </pc:spChg>
        <pc:picChg chg="del">
          <ac:chgData name="Shradha Goswami" userId="S::shradha.goswami@nagarro.com::82326f8f-ba5b-43bd-930f-c88b77ab83b4" providerId="AD" clId="Web-{52BBB71D-E310-CC7F-2AB1-FA4F1A840181}" dt="2022-01-18T02:48:49.763" v="0"/>
          <ac:picMkLst>
            <pc:docMk/>
            <pc:sldMk cId="1508978953" sldId="265"/>
            <ac:picMk id="5" creationId="{00000000-0000-0000-0000-000000000000}"/>
          </ac:picMkLst>
        </pc:picChg>
      </pc:sldChg>
      <pc:sldChg chg="modTransition">
        <pc:chgData name="Shradha Goswami" userId="S::shradha.goswami@nagarro.com::82326f8f-ba5b-43bd-930f-c88b77ab83b4" providerId="AD" clId="Web-{52BBB71D-E310-CC7F-2AB1-FA4F1A840181}" dt="2022-01-18T03:01:05.408" v="54"/>
        <pc:sldMkLst>
          <pc:docMk/>
          <pc:sldMk cId="2924711751" sldId="266"/>
        </pc:sldMkLst>
      </pc:sldChg>
      <pc:sldChg chg="modTransition">
        <pc:chgData name="Shradha Goswami" userId="S::shradha.goswami@nagarro.com::82326f8f-ba5b-43bd-930f-c88b77ab83b4" providerId="AD" clId="Web-{52BBB71D-E310-CC7F-2AB1-FA4F1A840181}" dt="2022-01-18T03:01:05.408" v="54"/>
        <pc:sldMkLst>
          <pc:docMk/>
          <pc:sldMk cId="2347246296" sldId="267"/>
        </pc:sldMkLst>
      </pc:sldChg>
      <pc:sldChg chg="modTransition">
        <pc:chgData name="Shradha Goswami" userId="S::shradha.goswami@nagarro.com::82326f8f-ba5b-43bd-930f-c88b77ab83b4" providerId="AD" clId="Web-{52BBB71D-E310-CC7F-2AB1-FA4F1A840181}" dt="2022-01-18T03:01:05.408" v="54"/>
        <pc:sldMkLst>
          <pc:docMk/>
          <pc:sldMk cId="505724395" sldId="268"/>
        </pc:sldMkLst>
      </pc:sldChg>
      <pc:sldChg chg="modTransition">
        <pc:chgData name="Shradha Goswami" userId="S::shradha.goswami@nagarro.com::82326f8f-ba5b-43bd-930f-c88b77ab83b4" providerId="AD" clId="Web-{52BBB71D-E310-CC7F-2AB1-FA4F1A840181}" dt="2022-01-18T03:01:05.408" v="54"/>
        <pc:sldMkLst>
          <pc:docMk/>
          <pc:sldMk cId="2140951549" sldId="270"/>
        </pc:sldMkLst>
      </pc:sldChg>
      <pc:sldChg chg="modTransition">
        <pc:chgData name="Shradha Goswami" userId="S::shradha.goswami@nagarro.com::82326f8f-ba5b-43bd-930f-c88b77ab83b4" providerId="AD" clId="Web-{52BBB71D-E310-CC7F-2AB1-FA4F1A840181}" dt="2022-01-18T03:01:05.408" v="54"/>
        <pc:sldMkLst>
          <pc:docMk/>
          <pc:sldMk cId="1631703261" sldId="271"/>
        </pc:sldMkLst>
      </pc:sldChg>
      <pc:sldChg chg="addSp delSp modSp modTransition">
        <pc:chgData name="Shradha Goswami" userId="S::shradha.goswami@nagarro.com::82326f8f-ba5b-43bd-930f-c88b77ab83b4" providerId="AD" clId="Web-{52BBB71D-E310-CC7F-2AB1-FA4F1A840181}" dt="2022-01-18T03:01:05.408" v="54"/>
        <pc:sldMkLst>
          <pc:docMk/>
          <pc:sldMk cId="3745622793" sldId="272"/>
        </pc:sldMkLst>
        <pc:spChg chg="add mod">
          <ac:chgData name="Shradha Goswami" userId="S::shradha.goswami@nagarro.com::82326f8f-ba5b-43bd-930f-c88b77ab83b4" providerId="AD" clId="Web-{52BBB71D-E310-CC7F-2AB1-FA4F1A840181}" dt="2022-01-18T02:59:34.968" v="50"/>
          <ac:spMkLst>
            <pc:docMk/>
            <pc:sldMk cId="3745622793" sldId="272"/>
            <ac:spMk id="5" creationId="{2284F808-B0E9-4BA6-B261-A606F90C1D00}"/>
          </ac:spMkLst>
        </pc:spChg>
        <pc:picChg chg="add del mod">
          <ac:chgData name="Shradha Goswami" userId="S::shradha.goswami@nagarro.com::82326f8f-ba5b-43bd-930f-c88b77ab83b4" providerId="AD" clId="Web-{52BBB71D-E310-CC7F-2AB1-FA4F1A840181}" dt="2022-01-18T02:57:34.637" v="44"/>
          <ac:picMkLst>
            <pc:docMk/>
            <pc:sldMk cId="3745622793" sldId="272"/>
            <ac:picMk id="2" creationId="{67B25DB0-640A-4D0A-B0F9-59A7FF695D2C}"/>
          </ac:picMkLst>
        </pc:picChg>
      </pc:sldChg>
      <pc:sldChg chg="addSp delSp modSp add modTransition">
        <pc:chgData name="Shradha Goswami" userId="S::shradha.goswami@nagarro.com::82326f8f-ba5b-43bd-930f-c88b77ab83b4" providerId="AD" clId="Web-{52BBB71D-E310-CC7F-2AB1-FA4F1A840181}" dt="2022-01-18T03:02:21.160" v="56"/>
        <pc:sldMkLst>
          <pc:docMk/>
          <pc:sldMk cId="1300581042" sldId="273"/>
        </pc:sldMkLst>
        <pc:spChg chg="del">
          <ac:chgData name="Shradha Goswami" userId="S::shradha.goswami@nagarro.com::82326f8f-ba5b-43bd-930f-c88b77ab83b4" providerId="AD" clId="Web-{52BBB71D-E310-CC7F-2AB1-FA4F1A840181}" dt="2022-01-18T02:50:34.375" v="19"/>
          <ac:spMkLst>
            <pc:docMk/>
            <pc:sldMk cId="1300581042" sldId="273"/>
            <ac:spMk id="2" creationId="{FE80D4C1-3781-4A30-9A31-EF18CB30745D}"/>
          </ac:spMkLst>
        </pc:spChg>
        <pc:spChg chg="mod">
          <ac:chgData name="Shradha Goswami" userId="S::shradha.goswami@nagarro.com::82326f8f-ba5b-43bd-930f-c88b77ab83b4" providerId="AD" clId="Web-{52BBB71D-E310-CC7F-2AB1-FA4F1A840181}" dt="2022-01-18T02:50:48.360" v="25" actId="1076"/>
          <ac:spMkLst>
            <pc:docMk/>
            <pc:sldMk cId="1300581042" sldId="273"/>
            <ac:spMk id="3" creationId="{D931E424-AE71-484F-942C-F1AEE08423A1}"/>
          </ac:spMkLst>
        </pc:spChg>
        <pc:spChg chg="del">
          <ac:chgData name="Shradha Goswami" userId="S::shradha.goswami@nagarro.com::82326f8f-ba5b-43bd-930f-c88b77ab83b4" providerId="AD" clId="Web-{52BBB71D-E310-CC7F-2AB1-FA4F1A840181}" dt="2022-01-18T02:50:25.984" v="18"/>
          <ac:spMkLst>
            <pc:docMk/>
            <pc:sldMk cId="1300581042" sldId="273"/>
            <ac:spMk id="4" creationId="{B9252BAE-DA21-8E4B-B84F-335AD130BFF5}"/>
          </ac:spMkLst>
        </pc:spChg>
        <pc:spChg chg="add del">
          <ac:chgData name="Shradha Goswami" userId="S::shradha.goswami@nagarro.com::82326f8f-ba5b-43bd-930f-c88b77ab83b4" providerId="AD" clId="Web-{52BBB71D-E310-CC7F-2AB1-FA4F1A840181}" dt="2022-01-18T03:02:21.160" v="56"/>
          <ac:spMkLst>
            <pc:docMk/>
            <pc:sldMk cId="1300581042" sldId="273"/>
            <ac:spMk id="5" creationId="{5869592C-0B7F-4972-89DE-4F26C8585DBD}"/>
          </ac:spMkLst>
        </pc:spChg>
        <pc:spChg chg="add del">
          <ac:chgData name="Shradha Goswami" userId="S::shradha.goswami@nagarro.com::82326f8f-ba5b-43bd-930f-c88b77ab83b4" providerId="AD" clId="Web-{52BBB71D-E310-CC7F-2AB1-FA4F1A840181}" dt="2022-01-18T03:02:16.254" v="55"/>
          <ac:spMkLst>
            <pc:docMk/>
            <pc:sldMk cId="1300581042" sldId="273"/>
            <ac:spMk id="6" creationId="{77E44A66-F63D-419D-921A-78C037018C44}"/>
          </ac:spMkLst>
        </pc:spChg>
      </pc:sldChg>
      <pc:sldChg chg="add del replId">
        <pc:chgData name="Shradha Goswami" userId="S::shradha.goswami@nagarro.com::82326f8f-ba5b-43bd-930f-c88b77ab83b4" providerId="AD" clId="Web-{52BBB71D-E310-CC7F-2AB1-FA4F1A840181}" dt="2022-01-18T02:51:15.235" v="27"/>
        <pc:sldMkLst>
          <pc:docMk/>
          <pc:sldMk cId="996185483" sldId="274"/>
        </pc:sldMkLst>
      </pc:sldChg>
      <pc:sldMasterChg chg="add modTransition addSldLayout modSldLayout">
        <pc:chgData name="Shradha Goswami" userId="S::shradha.goswami@nagarro.com::82326f8f-ba5b-43bd-930f-c88b77ab83b4" providerId="AD" clId="Web-{52BBB71D-E310-CC7F-2AB1-FA4F1A840181}" dt="2022-01-18T03:01:05.408" v="54"/>
        <pc:sldMasterMkLst>
          <pc:docMk/>
          <pc:sldMasterMk cId="1790122758" sldId="2147483648"/>
        </pc:sldMasterMkLst>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23597123" sldId="214748364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628947826" sldId="2147483660"/>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632285585" sldId="214748366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258412635" sldId="214748366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113234188" sldId="2147483663"/>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221079590" sldId="2147483678"/>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967902907" sldId="214748367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223413677" sldId="2147483680"/>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701297251" sldId="214748368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981352294" sldId="214748368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565445202" sldId="2147483684"/>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225428796" sldId="2147483685"/>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566240276" sldId="214748368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11696263" sldId="214748368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943759687" sldId="2147483688"/>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083122077" sldId="214748368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029597868" sldId="214748369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273657686" sldId="214748369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825954875" sldId="214748369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173144451" sldId="2147483698"/>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883913961" sldId="214748370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025141829" sldId="214748370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776746823" sldId="2147483703"/>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100353908" sldId="2147483705"/>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86825170" sldId="214748370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197679128" sldId="214748370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183652679" sldId="2147483708"/>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954492912" sldId="214748370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608256924" sldId="2147483710"/>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86371202" sldId="214748371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881710561" sldId="214748371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275609520" sldId="2147483715"/>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585806667" sldId="214748371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897453915" sldId="214748371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896551903" sldId="214748371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234838633" sldId="2147483720"/>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359094166" sldId="214748372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218770809" sldId="214748372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655468579" sldId="2147483723"/>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18943917" sldId="2147483724"/>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399749046" sldId="2147483725"/>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939076790" sldId="214748372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016964717" sldId="214748372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003489289" sldId="2147483728"/>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003939353" sldId="214748372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328666603" sldId="214748373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229445144" sldId="2147483733"/>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034683478" sldId="2147483736"/>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62704421" sldId="2147483737"/>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2358422193" sldId="2147483739"/>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997762638" sldId="2147483740"/>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106818158" sldId="2147483741"/>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3613240305" sldId="2147483742"/>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4021374248" sldId="2147483743"/>
          </pc:sldLayoutMkLst>
        </pc:sldLayoutChg>
        <pc:sldLayoutChg chg="add modTransition">
          <pc:chgData name="Shradha Goswami" userId="S::shradha.goswami@nagarro.com::82326f8f-ba5b-43bd-930f-c88b77ab83b4" providerId="AD" clId="Web-{52BBB71D-E310-CC7F-2AB1-FA4F1A840181}" dt="2022-01-18T03:01:05.408" v="54"/>
          <pc:sldLayoutMkLst>
            <pc:docMk/>
            <pc:sldMasterMk cId="1790122758" sldId="2147483648"/>
            <pc:sldLayoutMk cId="1839099987" sldId="2147483744"/>
          </pc:sldLayoutMkLst>
        </pc:sldLayoutChg>
      </pc:sldMasterChg>
      <pc:sldMasterChg chg="replId modTransition modSldLayout">
        <pc:chgData name="Shradha Goswami" userId="S::shradha.goswami@nagarro.com::82326f8f-ba5b-43bd-930f-c88b77ab83b4" providerId="AD" clId="Web-{52BBB71D-E310-CC7F-2AB1-FA4F1A840181}" dt="2022-01-18T03:01:05.408" v="54"/>
        <pc:sldMasterMkLst>
          <pc:docMk/>
          <pc:sldMasterMk cId="142523990" sldId="2147483745"/>
        </pc:sldMasterMkLst>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778303906" sldId="2147483650"/>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1629107305" sldId="2147483651"/>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2532095131" sldId="2147483652"/>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2211179941" sldId="2147483653"/>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1082256148" sldId="2147483654"/>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3074571621" sldId="2147483655"/>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3740967651" sldId="2147483656"/>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627785597" sldId="2147483657"/>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3610762407" sldId="2147483658"/>
          </pc:sldLayoutMkLst>
        </pc:sldLayoutChg>
        <pc:sldLayoutChg chg="modTransition">
          <pc:chgData name="Shradha Goswami" userId="S::shradha.goswami@nagarro.com::82326f8f-ba5b-43bd-930f-c88b77ab83b4" providerId="AD" clId="Web-{52BBB71D-E310-CC7F-2AB1-FA4F1A840181}" dt="2022-01-18T03:01:05.408" v="54"/>
          <pc:sldLayoutMkLst>
            <pc:docMk/>
            <pc:sldMasterMk cId="142523990" sldId="2147483745"/>
            <pc:sldLayoutMk cId="664550560" sldId="2147483659"/>
          </pc:sldLayoutMkLst>
        </pc:sldLayoutChg>
        <pc:sldLayoutChg chg="replId modTransition">
          <pc:chgData name="Shradha Goswami" userId="S::shradha.goswami@nagarro.com::82326f8f-ba5b-43bd-930f-c88b77ab83b4" providerId="AD" clId="Web-{52BBB71D-E310-CC7F-2AB1-FA4F1A840181}" dt="2022-01-18T03:01:05.408" v="54"/>
          <pc:sldLayoutMkLst>
            <pc:docMk/>
            <pc:sldMasterMk cId="142523990" sldId="2147483745"/>
            <pc:sldLayoutMk cId="921708150" sldId="2147483746"/>
          </pc:sldLayoutMkLst>
        </pc:sldLayoutChg>
      </pc:sldMasterChg>
    </pc:docChg>
  </pc:docChgLst>
  <pc:docChgLst>
    <pc:chgData name="Shradha Goswami" userId="S::shradha.goswami@nagarro.com::82326f8f-ba5b-43bd-930f-c88b77ab83b4" providerId="AD" clId="Web-{CA1E561F-0A1A-58D3-61A7-4F036DE0B805}"/>
    <pc:docChg chg="modSld">
      <pc:chgData name="Shradha Goswami" userId="S::shradha.goswami@nagarro.com::82326f8f-ba5b-43bd-930f-c88b77ab83b4" providerId="AD" clId="Web-{CA1E561F-0A1A-58D3-61A7-4F036DE0B805}" dt="2022-01-18T03:28:49.465" v="0"/>
      <pc:docMkLst>
        <pc:docMk/>
      </pc:docMkLst>
      <pc:sldChg chg="delSp">
        <pc:chgData name="Shradha Goswami" userId="S::shradha.goswami@nagarro.com::82326f8f-ba5b-43bd-930f-c88b77ab83b4" providerId="AD" clId="Web-{CA1E561F-0A1A-58D3-61A7-4F036DE0B805}" dt="2022-01-18T03:28:49.465" v="0"/>
        <pc:sldMkLst>
          <pc:docMk/>
          <pc:sldMk cId="800985840" sldId="257"/>
        </pc:sldMkLst>
        <pc:picChg chg="del">
          <ac:chgData name="Shradha Goswami" userId="S::shradha.goswami@nagarro.com::82326f8f-ba5b-43bd-930f-c88b77ab83b4" providerId="AD" clId="Web-{CA1E561F-0A1A-58D3-61A7-4F036DE0B805}" dt="2022-01-18T03:28:49.465" v="0"/>
          <ac:picMkLst>
            <pc:docMk/>
            <pc:sldMk cId="800985840" sldId="257"/>
            <ac:picMk id="6" creationId="{5182F47D-29E5-4CF4-9273-A7588F6AC73A}"/>
          </ac:picMkLst>
        </pc:picChg>
      </pc:sldChg>
    </pc:docChg>
  </pc:docChgLst>
  <pc:docChgLst>
    <pc:chgData name="Shradha Goswami" userId="82326f8f-ba5b-43bd-930f-c88b77ab83b4" providerId="ADAL" clId="{622BEE83-33AF-4EEB-99FD-12632695AFF4}"/>
    <pc:docChg chg="undo custSel delSld modSld modMainMaster">
      <pc:chgData name="Shradha Goswami" userId="82326f8f-ba5b-43bd-930f-c88b77ab83b4" providerId="ADAL" clId="{622BEE83-33AF-4EEB-99FD-12632695AFF4}" dt="2022-01-18T03:27:46.753" v="42" actId="2696"/>
      <pc:docMkLst>
        <pc:docMk/>
      </pc:docMkLst>
      <pc:sldChg chg="modSp del mod">
        <pc:chgData name="Shradha Goswami" userId="82326f8f-ba5b-43bd-930f-c88b77ab83b4" providerId="ADAL" clId="{622BEE83-33AF-4EEB-99FD-12632695AFF4}" dt="2022-01-18T03:27:46.753" v="42" actId="2696"/>
        <pc:sldMkLst>
          <pc:docMk/>
          <pc:sldMk cId="800985840" sldId="257"/>
        </pc:sldMkLst>
        <pc:picChg chg="mod">
          <ac:chgData name="Shradha Goswami" userId="82326f8f-ba5b-43bd-930f-c88b77ab83b4" providerId="ADAL" clId="{622BEE83-33AF-4EEB-99FD-12632695AFF4}" dt="2022-01-18T03:26:08.665" v="26" actId="1076"/>
          <ac:picMkLst>
            <pc:docMk/>
            <pc:sldMk cId="800985840" sldId="257"/>
            <ac:picMk id="5" creationId="{61D1D516-61A0-4036-861A-F37B593385DD}"/>
          </ac:picMkLst>
        </pc:picChg>
      </pc:sldChg>
      <pc:sldChg chg="addSp delSp modSp mod setBg">
        <pc:chgData name="Shradha Goswami" userId="82326f8f-ba5b-43bd-930f-c88b77ab83b4" providerId="ADAL" clId="{622BEE83-33AF-4EEB-99FD-12632695AFF4}" dt="2022-01-18T03:27:39.884" v="41" actId="1076"/>
        <pc:sldMkLst>
          <pc:docMk/>
          <pc:sldMk cId="1300581042" sldId="273"/>
        </pc:sldMkLst>
        <pc:spChg chg="mod">
          <ac:chgData name="Shradha Goswami" userId="82326f8f-ba5b-43bd-930f-c88b77ab83b4" providerId="ADAL" clId="{622BEE83-33AF-4EEB-99FD-12632695AFF4}" dt="2022-01-18T03:27:17.963" v="36" actId="26606"/>
          <ac:spMkLst>
            <pc:docMk/>
            <pc:sldMk cId="1300581042" sldId="273"/>
            <ac:spMk id="3" creationId="{D931E424-AE71-484F-942C-F1AEE08423A1}"/>
          </ac:spMkLst>
        </pc:spChg>
        <pc:spChg chg="add del">
          <ac:chgData name="Shradha Goswami" userId="82326f8f-ba5b-43bd-930f-c88b77ab83b4" providerId="ADAL" clId="{622BEE83-33AF-4EEB-99FD-12632695AFF4}" dt="2022-01-18T03:27:17.963" v="36" actId="26606"/>
          <ac:spMkLst>
            <pc:docMk/>
            <pc:sldMk cId="1300581042" sldId="273"/>
            <ac:spMk id="10" creationId="{23D09407-53BC-485E-B4CE-BC5E4FC4B25B}"/>
          </ac:spMkLst>
        </pc:spChg>
        <pc:spChg chg="add del">
          <ac:chgData name="Shradha Goswami" userId="82326f8f-ba5b-43bd-930f-c88b77ab83b4" providerId="ADAL" clId="{622BEE83-33AF-4EEB-99FD-12632695AFF4}" dt="2022-01-18T03:27:17.963" v="36" actId="26606"/>
          <ac:spMkLst>
            <pc:docMk/>
            <pc:sldMk cId="1300581042" sldId="273"/>
            <ac:spMk id="12" creationId="{921DB988-49FC-4608-B0A2-E2F3A4019041}"/>
          </ac:spMkLst>
        </pc:spChg>
        <pc:grpChg chg="add del">
          <ac:chgData name="Shradha Goswami" userId="82326f8f-ba5b-43bd-930f-c88b77ab83b4" providerId="ADAL" clId="{622BEE83-33AF-4EEB-99FD-12632695AFF4}" dt="2022-01-18T03:27:17.963" v="36" actId="26606"/>
          <ac:grpSpMkLst>
            <pc:docMk/>
            <pc:sldMk cId="1300581042" sldId="273"/>
            <ac:grpSpMk id="14" creationId="{E9B930FD-8671-4C4C-ADCF-73AC1D0CD417}"/>
          </ac:grpSpMkLst>
        </pc:grpChg>
        <pc:grpChg chg="add del">
          <ac:chgData name="Shradha Goswami" userId="82326f8f-ba5b-43bd-930f-c88b77ab83b4" providerId="ADAL" clId="{622BEE83-33AF-4EEB-99FD-12632695AFF4}" dt="2022-01-18T03:27:17.963" v="36" actId="26606"/>
          <ac:grpSpMkLst>
            <pc:docMk/>
            <pc:sldMk cId="1300581042" sldId="273"/>
            <ac:grpSpMk id="20" creationId="{383C2651-AE0C-4AE4-8725-E2F9414FE219}"/>
          </ac:grpSpMkLst>
        </pc:grpChg>
        <pc:picChg chg="add del mod">
          <ac:chgData name="Shradha Goswami" userId="82326f8f-ba5b-43bd-930f-c88b77ab83b4" providerId="ADAL" clId="{622BEE83-33AF-4EEB-99FD-12632695AFF4}" dt="2022-01-18T03:26:45.483" v="30" actId="21"/>
          <ac:picMkLst>
            <pc:docMk/>
            <pc:sldMk cId="1300581042" sldId="273"/>
            <ac:picMk id="2" creationId="{58F8A47C-C51B-4D6E-A278-ADB177A961BE}"/>
          </ac:picMkLst>
        </pc:picChg>
        <pc:picChg chg="add mod">
          <ac:chgData name="Shradha Goswami" userId="82326f8f-ba5b-43bd-930f-c88b77ab83b4" providerId="ADAL" clId="{622BEE83-33AF-4EEB-99FD-12632695AFF4}" dt="2022-01-18T03:27:39.884" v="41" actId="1076"/>
          <ac:picMkLst>
            <pc:docMk/>
            <pc:sldMk cId="1300581042" sldId="273"/>
            <ac:picMk id="5" creationId="{A9751E4D-C297-460C-9860-75FFAB8E5223}"/>
          </ac:picMkLst>
        </pc:picChg>
      </pc:sldChg>
      <pc:sldMasterChg chg="addSp delSp modSp mod modSldLayout">
        <pc:chgData name="Shradha Goswami" userId="82326f8f-ba5b-43bd-930f-c88b77ab83b4" providerId="ADAL" clId="{622BEE83-33AF-4EEB-99FD-12632695AFF4}" dt="2022-01-18T03:25:39.210" v="25" actId="21"/>
        <pc:sldMasterMkLst>
          <pc:docMk/>
          <pc:sldMasterMk cId="142523990" sldId="2147483745"/>
        </pc:sldMasterMkLst>
        <pc:spChg chg="add del mod">
          <ac:chgData name="Shradha Goswami" userId="82326f8f-ba5b-43bd-930f-c88b77ab83b4" providerId="ADAL" clId="{622BEE83-33AF-4EEB-99FD-12632695AFF4}" dt="2022-01-18T03:22:49.533" v="3" actId="21"/>
          <ac:spMkLst>
            <pc:docMk/>
            <pc:sldMasterMk cId="142523990" sldId="2147483745"/>
            <ac:spMk id="7" creationId="{4679FBA3-768E-4FFA-A912-5D45A381A641}"/>
          </ac:spMkLst>
        </pc:spChg>
        <pc:picChg chg="add del mod">
          <ac:chgData name="Shradha Goswami" userId="82326f8f-ba5b-43bd-930f-c88b77ab83b4" providerId="ADAL" clId="{622BEE83-33AF-4EEB-99FD-12632695AFF4}" dt="2022-01-18T03:25:39.210" v="25" actId="21"/>
          <ac:picMkLst>
            <pc:docMk/>
            <pc:sldMasterMk cId="142523990" sldId="2147483745"/>
            <ac:picMk id="8" creationId="{63503A50-193A-4703-9E12-D372687170BA}"/>
          </ac:picMkLst>
        </pc:picChg>
        <pc:picChg chg="add mod">
          <ac:chgData name="Shradha Goswami" userId="82326f8f-ba5b-43bd-930f-c88b77ab83b4" providerId="ADAL" clId="{622BEE83-33AF-4EEB-99FD-12632695AFF4}" dt="2022-01-18T03:25:35.930" v="23" actId="14100"/>
          <ac:picMkLst>
            <pc:docMk/>
            <pc:sldMasterMk cId="142523990" sldId="2147483745"/>
            <ac:picMk id="10" creationId="{C9AD165A-9E9B-4C0A-8D04-8F87FB3D45A3}"/>
          </ac:picMkLst>
        </pc:picChg>
        <pc:sldLayoutChg chg="addSp modSp mod">
          <pc:chgData name="Shradha Goswami" userId="82326f8f-ba5b-43bd-930f-c88b77ab83b4" providerId="ADAL" clId="{622BEE83-33AF-4EEB-99FD-12632695AFF4}" dt="2022-01-18T03:24:24.362" v="11" actId="1076"/>
          <pc:sldLayoutMkLst>
            <pc:docMk/>
            <pc:sldMasterMk cId="142523990" sldId="2147483745"/>
            <pc:sldLayoutMk cId="1629107305" sldId="2147483651"/>
          </pc:sldLayoutMkLst>
          <pc:picChg chg="add mod">
            <ac:chgData name="Shradha Goswami" userId="82326f8f-ba5b-43bd-930f-c88b77ab83b4" providerId="ADAL" clId="{622BEE83-33AF-4EEB-99FD-12632695AFF4}" dt="2022-01-18T03:24:24.362" v="11" actId="1076"/>
            <ac:picMkLst>
              <pc:docMk/>
              <pc:sldMasterMk cId="142523990" sldId="2147483745"/>
              <pc:sldLayoutMk cId="1629107305" sldId="2147483651"/>
              <ac:picMk id="8" creationId="{15813670-A90C-40B4-BF9A-501A0650D4A7}"/>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5404C7-4BFF-469A-85CA-AD934A05A80C}" type="datetimeFigureOut">
              <a:rPr lang="en-IN" smtClean="0"/>
              <a:t>16-02-2022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75525-8A1A-48EC-B87E-4A052705E304}" type="slidenum">
              <a:rPr lang="en-IN" smtClean="0"/>
              <a:t>‹#›</a:t>
            </a:fld>
            <a:endParaRPr lang="en-IN"/>
          </a:p>
        </p:txBody>
      </p:sp>
    </p:spTree>
    <p:extLst>
      <p:ext uri="{BB962C8B-B14F-4D97-AF65-F5344CB8AC3E}">
        <p14:creationId xmlns:p14="http://schemas.microsoft.com/office/powerpoint/2010/main" val="4245451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3</a:t>
            </a:fld>
            <a:endParaRPr lang="en-IN"/>
          </a:p>
        </p:txBody>
      </p:sp>
    </p:spTree>
    <p:extLst>
      <p:ext uri="{BB962C8B-B14F-4D97-AF65-F5344CB8AC3E}">
        <p14:creationId xmlns:p14="http://schemas.microsoft.com/office/powerpoint/2010/main" val="2574343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4</a:t>
            </a:fld>
            <a:endParaRPr lang="en-IN"/>
          </a:p>
        </p:txBody>
      </p:sp>
    </p:spTree>
    <p:extLst>
      <p:ext uri="{BB962C8B-B14F-4D97-AF65-F5344CB8AC3E}">
        <p14:creationId xmlns:p14="http://schemas.microsoft.com/office/powerpoint/2010/main" val="3292511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5</a:t>
            </a:fld>
            <a:endParaRPr lang="en-IN"/>
          </a:p>
        </p:txBody>
      </p:sp>
    </p:spTree>
    <p:extLst>
      <p:ext uri="{BB962C8B-B14F-4D97-AF65-F5344CB8AC3E}">
        <p14:creationId xmlns:p14="http://schemas.microsoft.com/office/powerpoint/2010/main" val="1750500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6</a:t>
            </a:fld>
            <a:endParaRPr lang="en-IN"/>
          </a:p>
        </p:txBody>
      </p:sp>
    </p:spTree>
    <p:extLst>
      <p:ext uri="{BB962C8B-B14F-4D97-AF65-F5344CB8AC3E}">
        <p14:creationId xmlns:p14="http://schemas.microsoft.com/office/powerpoint/2010/main" val="441096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7</a:t>
            </a:fld>
            <a:endParaRPr lang="en-IN"/>
          </a:p>
        </p:txBody>
      </p:sp>
    </p:spTree>
    <p:extLst>
      <p:ext uri="{BB962C8B-B14F-4D97-AF65-F5344CB8AC3E}">
        <p14:creationId xmlns:p14="http://schemas.microsoft.com/office/powerpoint/2010/main" val="1564818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8</a:t>
            </a:fld>
            <a:endParaRPr lang="en-IN"/>
          </a:p>
        </p:txBody>
      </p:sp>
    </p:spTree>
    <p:extLst>
      <p:ext uri="{BB962C8B-B14F-4D97-AF65-F5344CB8AC3E}">
        <p14:creationId xmlns:p14="http://schemas.microsoft.com/office/powerpoint/2010/main" val="415104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9</a:t>
            </a:fld>
            <a:endParaRPr lang="en-IN"/>
          </a:p>
        </p:txBody>
      </p:sp>
    </p:spTree>
    <p:extLst>
      <p:ext uri="{BB962C8B-B14F-4D97-AF65-F5344CB8AC3E}">
        <p14:creationId xmlns:p14="http://schemas.microsoft.com/office/powerpoint/2010/main" val="697237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10</a:t>
            </a:fld>
            <a:endParaRPr lang="en-IN"/>
          </a:p>
        </p:txBody>
      </p:sp>
    </p:spTree>
    <p:extLst>
      <p:ext uri="{BB962C8B-B14F-4D97-AF65-F5344CB8AC3E}">
        <p14:creationId xmlns:p14="http://schemas.microsoft.com/office/powerpoint/2010/main" val="3717806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02E7CC7-ED88-4A63-9A77-324C2D4BB297}" type="slidenum">
              <a:rPr lang="en-IN" smtClean="0"/>
              <a:t>11</a:t>
            </a:fld>
            <a:endParaRPr lang="en-IN"/>
          </a:p>
        </p:txBody>
      </p:sp>
    </p:spTree>
    <p:extLst>
      <p:ext uri="{BB962C8B-B14F-4D97-AF65-F5344CB8AC3E}">
        <p14:creationId xmlns:p14="http://schemas.microsoft.com/office/powerpoint/2010/main" val="4181359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2.sv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10E86-7AFD-46AB-A787-56463D24E8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B0E223-A2F2-4126-AD21-210068A4C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CC3060-95CF-4D01-9BA1-B39FB4579604}"/>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F62B2E54-E5F1-467B-9A9F-1562911351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B534AE-10C9-4EAB-A11E-CD0D3F7DA1EB}"/>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921708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09EBF-222A-455A-ACE2-CB434CA0A8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211648-A044-4B05-AA06-F5997B79650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E47F22-56F8-42A0-97EF-88EDAA818A94}"/>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5AEC223B-DE97-4B82-93D0-FAF3E7979F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CAC082-3CBF-4F13-9A13-C1480883172C}"/>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7783039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10BE-1E3D-41EE-920F-22A834D24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76699B-54A6-467C-BF59-59AEF2BDC7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73FB785-453A-43CF-A141-8007A03D1332}"/>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667D8DD0-818D-4341-AF14-64E11B465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B43676-B443-449E-A255-5DD2AFF287B3}"/>
              </a:ext>
            </a:extLst>
          </p:cNvPr>
          <p:cNvSpPr>
            <a:spLocks noGrp="1"/>
          </p:cNvSpPr>
          <p:nvPr>
            <p:ph type="sldNum" sz="quarter" idx="12"/>
          </p:nvPr>
        </p:nvSpPr>
        <p:spPr/>
        <p:txBody>
          <a:bodyPr/>
          <a:lstStyle/>
          <a:p>
            <a:fld id="{3485CFCA-9A7C-47AC-8FFC-28AA221AD0B7}" type="slidenum">
              <a:rPr lang="en-IN" smtClean="0"/>
              <a:t>‹#›</a:t>
            </a:fld>
            <a:endParaRPr lang="en-IN"/>
          </a:p>
        </p:txBody>
      </p:sp>
      <p:pic>
        <p:nvPicPr>
          <p:cNvPr id="8" name="Picture 7" descr="Icon&#10;&#10;Description automatically generated">
            <a:extLst>
              <a:ext uri="{FF2B5EF4-FFF2-40B4-BE49-F238E27FC236}">
                <a16:creationId xmlns:a16="http://schemas.microsoft.com/office/drawing/2014/main" id="{15813670-A90C-40B4-BF9A-501A0650D4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2089" y="6149105"/>
            <a:ext cx="1897627" cy="617794"/>
          </a:xfrm>
          <a:prstGeom prst="rect">
            <a:avLst/>
          </a:prstGeom>
        </p:spPr>
      </p:pic>
    </p:spTree>
    <p:extLst>
      <p:ext uri="{BB962C8B-B14F-4D97-AF65-F5344CB8AC3E}">
        <p14:creationId xmlns:p14="http://schemas.microsoft.com/office/powerpoint/2010/main" val="1629107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ED798-C27A-4D69-8DE3-63721A32F7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0CBEE8-5255-4030-BE76-3055BEE2460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1FE401-7D32-4AFF-ADD0-7A9DC707083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578451-AD67-4300-9617-A7568C3C75B6}"/>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6" name="Footer Placeholder 5">
            <a:extLst>
              <a:ext uri="{FF2B5EF4-FFF2-40B4-BE49-F238E27FC236}">
                <a16:creationId xmlns:a16="http://schemas.microsoft.com/office/drawing/2014/main" id="{4491DEEA-5428-43A5-B994-BD251FC658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50E41F-C241-4DC8-990F-C11E142A6813}"/>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2532095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E28C-9C27-4A2A-B7FB-6FD8E8926D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ECD213-B239-4253-9DD7-FCC840982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0630E16-C1D3-4D4F-B809-2D874721C4D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6643A3-FCB4-44CF-9735-B14B8C0707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3D0057-6274-46D1-997A-8F5269DC899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21C2CD-9155-45AE-93C6-BB69F638EF9B}"/>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8" name="Footer Placeholder 7">
            <a:extLst>
              <a:ext uri="{FF2B5EF4-FFF2-40B4-BE49-F238E27FC236}">
                <a16:creationId xmlns:a16="http://schemas.microsoft.com/office/drawing/2014/main" id="{308ED41A-77D4-4DBB-83B4-1A7B1402C5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94E68E8-89DE-4BFF-9775-016FCDC6843B}"/>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2211179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6BCFA-A8EC-4C55-B87C-E0B6886A62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D0EBF3-AF14-46F1-8DE1-66DE25A99281}"/>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4" name="Footer Placeholder 3">
            <a:extLst>
              <a:ext uri="{FF2B5EF4-FFF2-40B4-BE49-F238E27FC236}">
                <a16:creationId xmlns:a16="http://schemas.microsoft.com/office/drawing/2014/main" id="{279B4624-BABF-4D36-AE7A-0EF8675627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F3D8AF-AFE4-4E2F-AE3E-EC7AFDCAF204}"/>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1082256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EA7E-7A61-4EA4-A222-66631557CFC2}"/>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3" name="Footer Placeholder 2">
            <a:extLst>
              <a:ext uri="{FF2B5EF4-FFF2-40B4-BE49-F238E27FC236}">
                <a16:creationId xmlns:a16="http://schemas.microsoft.com/office/drawing/2014/main" id="{07FBFCC0-62E5-4CD5-9D86-2D79685D6F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791A6A-6D26-4D48-B67F-C960C28DA112}"/>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3074571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E0229-C88C-47EF-852B-3E9635FAB7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43B49B-85D8-4362-8497-083350E194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1253ED-C1DA-4619-929C-9A627BEB6B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8554D3-BF2D-4968-B21B-62A40B558EED}"/>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6" name="Footer Placeholder 5">
            <a:extLst>
              <a:ext uri="{FF2B5EF4-FFF2-40B4-BE49-F238E27FC236}">
                <a16:creationId xmlns:a16="http://schemas.microsoft.com/office/drawing/2014/main" id="{1761540E-A336-498E-8F46-EC1C3FB50F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CAD943-AB71-47CF-A11C-9351F6925758}"/>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3740967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EBDA-DAD8-4064-A567-A89BE03DE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17C761-B203-4CF8-A8C1-E6DEA002B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A02335-1E32-45B9-ABA4-9FE2B62483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246C0EB-0D54-44D0-AEC5-1C509618DDA3}"/>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6" name="Footer Placeholder 5">
            <a:extLst>
              <a:ext uri="{FF2B5EF4-FFF2-40B4-BE49-F238E27FC236}">
                <a16:creationId xmlns:a16="http://schemas.microsoft.com/office/drawing/2014/main" id="{571E6A12-64A3-47DF-9A92-91B9A77380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864F6D-348F-457E-A889-270401079A45}"/>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627785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DDB56-2E78-4C98-8CBB-FFD28032F1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FDD0E9-A70B-401A-878A-B25D236DFD4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19266D-FC8F-4348-8AC9-0AE8D130CCB7}"/>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2DD6F1EE-0485-46DB-BD66-8DC6972DCD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A888F1-A916-4838-A627-6D7C75262379}"/>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3610762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E2E0EB-ACBE-432E-99F1-1F45B4CE12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8D8530-E601-4DD2-9138-A6A2B9E551F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23E77A-C081-45F2-A8F7-78235F59A291}"/>
              </a:ext>
            </a:extLst>
          </p:cNvPr>
          <p:cNvSpPr>
            <a:spLocks noGrp="1"/>
          </p:cNvSpPr>
          <p:nvPr>
            <p:ph type="dt" sz="half" idx="10"/>
          </p:nvPr>
        </p:nvSpPr>
        <p:spPr/>
        <p:txBody>
          <a:body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F7C9ED94-6611-4D24-9224-D78B5C652B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63EEFA-4709-45CD-97A5-82C7F8FF50A2}"/>
              </a:ext>
            </a:extLst>
          </p:cNvPr>
          <p:cNvSpPr>
            <a:spLocks noGrp="1"/>
          </p:cNvSpPr>
          <p:nvPr>
            <p:ph type="sldNum" sz="quarter" idx="12"/>
          </p:nvPr>
        </p:nvSpPr>
        <p:spPr/>
        <p:txBody>
          <a:bodyPr/>
          <a:lstStyle/>
          <a:p>
            <a:fld id="{3485CFCA-9A7C-47AC-8FFC-28AA221AD0B7}" type="slidenum">
              <a:rPr lang="en-IN" smtClean="0"/>
              <a:t>‹#›</a:t>
            </a:fld>
            <a:endParaRPr lang="en-IN"/>
          </a:p>
        </p:txBody>
      </p:sp>
    </p:spTree>
    <p:extLst>
      <p:ext uri="{BB962C8B-B14F-4D97-AF65-F5344CB8AC3E}">
        <p14:creationId xmlns:p14="http://schemas.microsoft.com/office/powerpoint/2010/main" val="664550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1_Title White">
    <p:bg>
      <p:bgPr>
        <a:solidFill>
          <a:schemeClr val="bg1"/>
        </a:solidFill>
        <a:effectLst/>
      </p:bgPr>
    </p:bg>
    <p:spTree>
      <p:nvGrpSpPr>
        <p:cNvPr id="1" name=""/>
        <p:cNvGrpSpPr/>
        <p:nvPr/>
      </p:nvGrpSpPr>
      <p:grpSpPr>
        <a:xfrm>
          <a:off x="0" y="0"/>
          <a:ext cx="0" cy="0"/>
          <a:chOff x="0" y="0"/>
          <a:chExt cx="0" cy="0"/>
        </a:xfrm>
      </p:grpSpPr>
      <p:pic>
        <p:nvPicPr>
          <p:cNvPr id="8" name="r1Artboard 3 copy 34edsw.pdf">
            <a:extLst>
              <a:ext uri="{FF2B5EF4-FFF2-40B4-BE49-F238E27FC236}">
                <a16:creationId xmlns:a16="http://schemas.microsoft.com/office/drawing/2014/main" id="{671189B0-0180-A44E-AC86-BC07AB4A117F}"/>
              </a:ext>
            </a:extLst>
          </p:cNvPr>
          <p:cNvPicPr>
            <a:picLocks noChangeAspect="1"/>
          </p:cNvPicPr>
          <p:nvPr userDrawn="1"/>
        </p:nvPicPr>
        <p:blipFill rotWithShape="1">
          <a:blip r:embed="rId2">
            <a:alphaModFix amt="76000"/>
            <a:extLst>
              <a:ext uri="{28A0092B-C50C-407E-A947-70E740481C1C}">
                <a14:useLocalDpi xmlns:a14="http://schemas.microsoft.com/office/drawing/2010/main" val="0"/>
              </a:ext>
            </a:extLst>
          </a:blip>
          <a:srcRect l="-127" t="37299" r="51849" b="14438"/>
          <a:stretch/>
        </p:blipFill>
        <p:spPr>
          <a:xfrm>
            <a:off x="3758638" y="0"/>
            <a:ext cx="8433362" cy="6858000"/>
          </a:xfrm>
          <a:prstGeom prst="rect">
            <a:avLst/>
          </a:prstGeom>
          <a:ln w="12700">
            <a:miter lim="400000"/>
          </a:ln>
        </p:spPr>
      </p:pic>
      <p:sp>
        <p:nvSpPr>
          <p:cNvPr id="4" name="Title 1">
            <a:extLst>
              <a:ext uri="{FF2B5EF4-FFF2-40B4-BE49-F238E27FC236}">
                <a16:creationId xmlns:a16="http://schemas.microsoft.com/office/drawing/2014/main" id="{17AAB606-6867-894C-9BD5-B6BFB3E820B8}"/>
              </a:ext>
            </a:extLst>
          </p:cNvPr>
          <p:cNvSpPr>
            <a:spLocks noGrp="1"/>
          </p:cNvSpPr>
          <p:nvPr>
            <p:ph type="title" hasCustomPrompt="1"/>
          </p:nvPr>
        </p:nvSpPr>
        <p:spPr>
          <a:xfrm>
            <a:off x="540000" y="2826958"/>
            <a:ext cx="9767782" cy="1519968"/>
          </a:xfrm>
          <a:prstGeom prst="rect">
            <a:avLst/>
          </a:prstGeom>
        </p:spPr>
        <p:txBody>
          <a:bodyPr anchor="ctr">
            <a:spAutoFit/>
          </a:bodyPr>
          <a:lstStyle>
            <a:lvl1pPr>
              <a:lnSpc>
                <a:spcPct val="70000"/>
              </a:lnSpc>
              <a:defRPr sz="12000" b="1" i="0">
                <a:solidFill>
                  <a:schemeClr val="tx2"/>
                </a:solidFill>
                <a:latin typeface="Equip Extended" panose="02000503030000020004" pitchFamily="2" charset="77"/>
              </a:defRPr>
            </a:lvl1pPr>
          </a:lstStyle>
          <a:p>
            <a:r>
              <a:rPr lang="en-GB"/>
              <a:t>Edit title</a:t>
            </a:r>
            <a:endParaRPr lang="en-PT"/>
          </a:p>
        </p:txBody>
      </p:sp>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300" b="0" i="0">
                <a:solidFill>
                  <a:srgbClr val="07041F"/>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6A518BE8-50AE-D748-ACE2-D2800731CFF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0"/>
            <a:ext cx="1982400" cy="1486800"/>
          </a:xfrm>
          <a:prstGeom prst="rect">
            <a:avLst/>
          </a:prstGeom>
        </p:spPr>
      </p:pic>
    </p:spTree>
    <p:extLst>
      <p:ext uri="{BB962C8B-B14F-4D97-AF65-F5344CB8AC3E}">
        <p14:creationId xmlns:p14="http://schemas.microsoft.com/office/powerpoint/2010/main" val="223597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2_Title Blue">
    <p:bg>
      <p:bgPr>
        <a:solidFill>
          <a:schemeClr val="accent4"/>
        </a:solidFill>
        <a:effectLst/>
      </p:bgPr>
    </p:bg>
    <p:spTree>
      <p:nvGrpSpPr>
        <p:cNvPr id="1" name=""/>
        <p:cNvGrpSpPr/>
        <p:nvPr/>
      </p:nvGrpSpPr>
      <p:grpSpPr>
        <a:xfrm>
          <a:off x="0" y="0"/>
          <a:ext cx="0" cy="0"/>
          <a:chOff x="0" y="0"/>
          <a:chExt cx="0" cy="0"/>
        </a:xfrm>
      </p:grpSpPr>
      <p:pic>
        <p:nvPicPr>
          <p:cNvPr id="7" name="r1Artboard 3 copy 7edsw.pdf" descr="r1Artboard 3 copy 7edsw.pdf">
            <a:extLst>
              <a:ext uri="{FF2B5EF4-FFF2-40B4-BE49-F238E27FC236}">
                <a16:creationId xmlns:a16="http://schemas.microsoft.com/office/drawing/2014/main" id="{5704F5EE-4D8D-FE42-A8A0-366BC149FCB1}"/>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a:stretch/>
        </p:blipFill>
        <p:spPr>
          <a:xfrm>
            <a:off x="3789600" y="0"/>
            <a:ext cx="8402400" cy="6858000"/>
          </a:xfrm>
          <a:prstGeom prst="rect">
            <a:avLst/>
          </a:prstGeom>
          <a:ln w="12700">
            <a:miter lim="400000"/>
          </a:ln>
        </p:spPr>
      </p:pic>
      <p:sp>
        <p:nvSpPr>
          <p:cNvPr id="4" name="Title 1">
            <a:extLst>
              <a:ext uri="{FF2B5EF4-FFF2-40B4-BE49-F238E27FC236}">
                <a16:creationId xmlns:a16="http://schemas.microsoft.com/office/drawing/2014/main" id="{17AAB606-6867-894C-9BD5-B6BFB3E820B8}"/>
              </a:ext>
            </a:extLst>
          </p:cNvPr>
          <p:cNvSpPr>
            <a:spLocks noGrp="1"/>
          </p:cNvSpPr>
          <p:nvPr>
            <p:ph type="title" hasCustomPrompt="1"/>
          </p:nvPr>
        </p:nvSpPr>
        <p:spPr>
          <a:xfrm>
            <a:off x="540000" y="2826958"/>
            <a:ext cx="9767782" cy="1519968"/>
          </a:xfrm>
          <a:prstGeom prst="rect">
            <a:avLst/>
          </a:prstGeom>
        </p:spPr>
        <p:txBody>
          <a:bodyPr anchor="ctr">
            <a:spAutoFit/>
          </a:bodyPr>
          <a:lstStyle>
            <a:lvl1pPr>
              <a:lnSpc>
                <a:spcPct val="70000"/>
              </a:lnSpc>
              <a:defRPr sz="12000" b="1" i="0">
                <a:solidFill>
                  <a:schemeClr val="bg1"/>
                </a:solidFill>
                <a:latin typeface="Equip Extended" panose="02000503030000020004" pitchFamily="2" charset="77"/>
              </a:defRPr>
            </a:lvl1pPr>
          </a:lstStyle>
          <a:p>
            <a:r>
              <a:rPr lang="en-GB"/>
              <a:t>Edit title</a:t>
            </a:r>
            <a:endParaRPr lang="en-PT"/>
          </a:p>
        </p:txBody>
      </p:sp>
      <p:pic>
        <p:nvPicPr>
          <p:cNvPr id="3" name="Graphic 2">
            <a:extLst>
              <a:ext uri="{FF2B5EF4-FFF2-40B4-BE49-F238E27FC236}">
                <a16:creationId xmlns:a16="http://schemas.microsoft.com/office/drawing/2014/main" id="{73A8F63C-93A7-DA4F-8C8B-03DCFB7B5A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1"/>
            <a:ext cx="1980000" cy="1485001"/>
          </a:xfrm>
          <a:prstGeom prst="rect">
            <a:avLst/>
          </a:prstGeom>
        </p:spPr>
      </p:pic>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300" b="0" i="0">
                <a:solidFill>
                  <a:schemeClr val="bg1"/>
                </a:solidFill>
                <a:latin typeface="Equip Extended Light" panose="02000503000000020004" pitchFamily="2" charset="77"/>
              </a:defRPr>
            </a:lvl1pPr>
          </a:lstStyle>
          <a:p>
            <a:pPr lvl="0"/>
            <a:r>
              <a:rPr lang="en-GB"/>
              <a:t>Edit Footnote</a:t>
            </a:r>
          </a:p>
        </p:txBody>
      </p:sp>
    </p:spTree>
    <p:extLst>
      <p:ext uri="{BB962C8B-B14F-4D97-AF65-F5344CB8AC3E}">
        <p14:creationId xmlns:p14="http://schemas.microsoft.com/office/powerpoint/2010/main" val="2029597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3_Title Green">
    <p:bg>
      <p:bgPr>
        <a:solidFill>
          <a:schemeClr val="accent1"/>
        </a:solidFill>
        <a:effectLst/>
      </p:bgPr>
    </p:bg>
    <p:spTree>
      <p:nvGrpSpPr>
        <p:cNvPr id="1" name=""/>
        <p:cNvGrpSpPr/>
        <p:nvPr/>
      </p:nvGrpSpPr>
      <p:grpSpPr>
        <a:xfrm>
          <a:off x="0" y="0"/>
          <a:ext cx="0" cy="0"/>
          <a:chOff x="0" y="0"/>
          <a:chExt cx="0" cy="0"/>
        </a:xfrm>
      </p:grpSpPr>
      <p:pic>
        <p:nvPicPr>
          <p:cNvPr id="6" name="r1Artboard 3 copy 34edsw.pdf">
            <a:extLst>
              <a:ext uri="{FF2B5EF4-FFF2-40B4-BE49-F238E27FC236}">
                <a16:creationId xmlns:a16="http://schemas.microsoft.com/office/drawing/2014/main" id="{11202A20-3CFD-0A41-BEEE-C4D6D3A3A51D}"/>
              </a:ext>
            </a:extLst>
          </p:cNvPr>
          <p:cNvPicPr>
            <a:picLocks noChangeAspect="1"/>
          </p:cNvPicPr>
          <p:nvPr userDrawn="1"/>
        </p:nvPicPr>
        <p:blipFill rotWithShape="1">
          <a:blip r:embed="rId2">
            <a:alphaModFix amt="55000"/>
            <a:extLst>
              <a:ext uri="{28A0092B-C50C-407E-A947-70E740481C1C}">
                <a14:useLocalDpi xmlns:a14="http://schemas.microsoft.com/office/drawing/2010/main" val="0"/>
              </a:ext>
            </a:extLst>
          </a:blip>
          <a:srcRect l="-127" t="37299" r="51849" b="14438"/>
          <a:stretch/>
        </p:blipFill>
        <p:spPr>
          <a:xfrm>
            <a:off x="3758638" y="0"/>
            <a:ext cx="8433362" cy="6858000"/>
          </a:xfrm>
          <a:prstGeom prst="rect">
            <a:avLst/>
          </a:prstGeom>
          <a:ln w="12700">
            <a:miter lim="400000"/>
          </a:ln>
        </p:spPr>
      </p:pic>
      <p:sp>
        <p:nvSpPr>
          <p:cNvPr id="4" name="Title 1">
            <a:extLst>
              <a:ext uri="{FF2B5EF4-FFF2-40B4-BE49-F238E27FC236}">
                <a16:creationId xmlns:a16="http://schemas.microsoft.com/office/drawing/2014/main" id="{17AAB606-6867-894C-9BD5-B6BFB3E820B8}"/>
              </a:ext>
            </a:extLst>
          </p:cNvPr>
          <p:cNvSpPr>
            <a:spLocks noGrp="1"/>
          </p:cNvSpPr>
          <p:nvPr>
            <p:ph type="title" hasCustomPrompt="1"/>
          </p:nvPr>
        </p:nvSpPr>
        <p:spPr>
          <a:xfrm>
            <a:off x="540000" y="2826958"/>
            <a:ext cx="9767782" cy="1519968"/>
          </a:xfrm>
          <a:prstGeom prst="rect">
            <a:avLst/>
          </a:prstGeom>
        </p:spPr>
        <p:txBody>
          <a:bodyPr anchor="ctr">
            <a:spAutoFit/>
          </a:bodyPr>
          <a:lstStyle>
            <a:lvl1pPr>
              <a:lnSpc>
                <a:spcPct val="70000"/>
              </a:lnSpc>
              <a:defRPr sz="12000" b="1" i="0">
                <a:solidFill>
                  <a:schemeClr val="tx2"/>
                </a:solidFill>
                <a:latin typeface="Equip Extended" panose="02000503030000020004" pitchFamily="2" charset="77"/>
              </a:defRPr>
            </a:lvl1pPr>
          </a:lstStyle>
          <a:p>
            <a:r>
              <a:rPr lang="en-GB"/>
              <a:t>Edit title</a:t>
            </a:r>
            <a:endParaRPr lang="en-PT"/>
          </a:p>
        </p:txBody>
      </p:sp>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300" b="0" i="0">
                <a:solidFill>
                  <a:schemeClr val="tx2"/>
                </a:solidFill>
                <a:latin typeface="Equip Extended Light" panose="02000503000000020004" pitchFamily="2" charset="77"/>
              </a:defRPr>
            </a:lvl1pPr>
          </a:lstStyle>
          <a:p>
            <a:pPr lvl="0"/>
            <a:r>
              <a:rPr lang="en-GB"/>
              <a:t>Edit Footnote</a:t>
            </a:r>
          </a:p>
        </p:txBody>
      </p:sp>
      <p:pic>
        <p:nvPicPr>
          <p:cNvPr id="7" name="Graphic 6">
            <a:extLst>
              <a:ext uri="{FF2B5EF4-FFF2-40B4-BE49-F238E27FC236}">
                <a16:creationId xmlns:a16="http://schemas.microsoft.com/office/drawing/2014/main" id="{2CA88DAE-2018-394D-B1F5-B0231DD1D1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7600" y="0"/>
            <a:ext cx="1982400" cy="1486800"/>
          </a:xfrm>
          <a:prstGeom prst="rect">
            <a:avLst/>
          </a:prstGeom>
        </p:spPr>
      </p:pic>
    </p:spTree>
    <p:extLst>
      <p:ext uri="{BB962C8B-B14F-4D97-AF65-F5344CB8AC3E}">
        <p14:creationId xmlns:p14="http://schemas.microsoft.com/office/powerpoint/2010/main" val="4003489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1_Section Big Title White">
    <p:bg>
      <p:bgPr>
        <a:solidFill>
          <a:schemeClr val="bg1"/>
        </a:solidFill>
        <a:effectLst/>
      </p:bgPr>
    </p:bg>
    <p:spTree>
      <p:nvGrpSpPr>
        <p:cNvPr id="1" name=""/>
        <p:cNvGrpSpPr/>
        <p:nvPr/>
      </p:nvGrpSpPr>
      <p:grpSpPr>
        <a:xfrm>
          <a:off x="0" y="0"/>
          <a:ext cx="0" cy="0"/>
          <a:chOff x="0" y="0"/>
          <a:chExt cx="0" cy="0"/>
        </a:xfrm>
      </p:grpSpPr>
      <p:pic>
        <p:nvPicPr>
          <p:cNvPr id="8" name="r1Artboard 3 copy 34edsw.pdf">
            <a:extLst>
              <a:ext uri="{FF2B5EF4-FFF2-40B4-BE49-F238E27FC236}">
                <a16:creationId xmlns:a16="http://schemas.microsoft.com/office/drawing/2014/main" id="{671189B0-0180-A44E-AC86-BC07AB4A117F}"/>
              </a:ext>
            </a:extLst>
          </p:cNvPr>
          <p:cNvPicPr>
            <a:picLocks noChangeAspect="1"/>
          </p:cNvPicPr>
          <p:nvPr userDrawn="1"/>
        </p:nvPicPr>
        <p:blipFill rotWithShape="1">
          <a:blip r:embed="rId2">
            <a:alphaModFix amt="76000"/>
            <a:extLst>
              <a:ext uri="{28A0092B-C50C-407E-A947-70E740481C1C}">
                <a14:useLocalDpi xmlns:a14="http://schemas.microsoft.com/office/drawing/2010/main" val="0"/>
              </a:ext>
            </a:extLst>
          </a:blip>
          <a:srcRect l="-127" t="37299" r="51849" b="14438"/>
          <a:stretch/>
        </p:blipFill>
        <p:spPr>
          <a:xfrm>
            <a:off x="3758638" y="0"/>
            <a:ext cx="8433362" cy="6858000"/>
          </a:xfrm>
          <a:prstGeom prst="rect">
            <a:avLst/>
          </a:prstGeom>
          <a:ln w="12700">
            <a:miter lim="400000"/>
          </a:ln>
        </p:spPr>
      </p:pic>
      <p:pic>
        <p:nvPicPr>
          <p:cNvPr id="5" name="Graphic 4">
            <a:extLst>
              <a:ext uri="{FF2B5EF4-FFF2-40B4-BE49-F238E27FC236}">
                <a16:creationId xmlns:a16="http://schemas.microsoft.com/office/drawing/2014/main" id="{6A518BE8-50AE-D748-ACE2-D2800731CFF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0"/>
            <a:ext cx="1982400" cy="1486800"/>
          </a:xfrm>
          <a:prstGeom prst="rect">
            <a:avLst/>
          </a:prstGeom>
        </p:spPr>
      </p:pic>
      <p:sp>
        <p:nvSpPr>
          <p:cNvPr id="6" name="Text Placeholder 7">
            <a:extLst>
              <a:ext uri="{FF2B5EF4-FFF2-40B4-BE49-F238E27FC236}">
                <a16:creationId xmlns:a16="http://schemas.microsoft.com/office/drawing/2014/main" id="{7ADE9F74-B5D2-0849-8C82-52533EDDA707}"/>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9" name="Title 1">
            <a:extLst>
              <a:ext uri="{FF2B5EF4-FFF2-40B4-BE49-F238E27FC236}">
                <a16:creationId xmlns:a16="http://schemas.microsoft.com/office/drawing/2014/main" id="{5394E7F7-F58F-824F-9C78-70D60E6E0478}"/>
              </a:ext>
            </a:extLst>
          </p:cNvPr>
          <p:cNvSpPr>
            <a:spLocks noGrp="1"/>
          </p:cNvSpPr>
          <p:nvPr>
            <p:ph type="title" hasCustomPrompt="1"/>
          </p:nvPr>
        </p:nvSpPr>
        <p:spPr>
          <a:xfrm>
            <a:off x="611120" y="3068554"/>
            <a:ext cx="9767782" cy="1032014"/>
          </a:xfrm>
          <a:prstGeom prst="rect">
            <a:avLst/>
          </a:prstGeom>
        </p:spPr>
        <p:txBody>
          <a:bodyPr anchor="b">
            <a:spAutoFit/>
          </a:bodyPr>
          <a:lstStyle>
            <a:lvl1pPr>
              <a:lnSpc>
                <a:spcPct val="80000"/>
              </a:lnSpc>
              <a:defRPr sz="7200" b="1" i="0">
                <a:solidFill>
                  <a:schemeClr val="tx2"/>
                </a:solidFill>
                <a:latin typeface="Equip Extended" panose="02000503030000020004" pitchFamily="2" charset="77"/>
              </a:defRPr>
            </a:lvl1pPr>
          </a:lstStyle>
          <a:p>
            <a:r>
              <a:rPr lang="en-GB"/>
              <a:t>Edit title</a:t>
            </a:r>
            <a:endParaRPr lang="en-PT"/>
          </a:p>
        </p:txBody>
      </p:sp>
      <p:sp>
        <p:nvSpPr>
          <p:cNvPr id="11" name="Text Placeholder 7">
            <a:extLst>
              <a:ext uri="{FF2B5EF4-FFF2-40B4-BE49-F238E27FC236}">
                <a16:creationId xmlns:a16="http://schemas.microsoft.com/office/drawing/2014/main" id="{38CE6A59-6A7F-4940-BAB6-1C91D2507FFA}"/>
              </a:ext>
            </a:extLst>
          </p:cNvPr>
          <p:cNvSpPr>
            <a:spLocks noGrp="1"/>
          </p:cNvSpPr>
          <p:nvPr>
            <p:ph type="body" sz="quarter" idx="13" hasCustomPrompt="1"/>
          </p:nvPr>
        </p:nvSpPr>
        <p:spPr>
          <a:xfrm>
            <a:off x="639386" y="4407425"/>
            <a:ext cx="9767782" cy="462998"/>
          </a:xfrm>
        </p:spPr>
        <p:txBody>
          <a:bodyPr tIns="108000" anchor="t">
            <a:spAutoFit/>
          </a:bodyPr>
          <a:lstStyle>
            <a:lvl1pPr marL="0" indent="0">
              <a:lnSpc>
                <a:spcPct val="100000"/>
              </a:lnSpc>
              <a:buNone/>
              <a:defRPr sz="2000" b="0" i="0">
                <a:solidFill>
                  <a:schemeClr val="tx2"/>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565445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2_Section Big Title Blue">
    <p:bg>
      <p:bgPr>
        <a:solidFill>
          <a:schemeClr val="accent4"/>
        </a:solidFill>
        <a:effectLst/>
      </p:bgPr>
    </p:bg>
    <p:spTree>
      <p:nvGrpSpPr>
        <p:cNvPr id="1" name=""/>
        <p:cNvGrpSpPr/>
        <p:nvPr/>
      </p:nvGrpSpPr>
      <p:grpSpPr>
        <a:xfrm>
          <a:off x="0" y="0"/>
          <a:ext cx="0" cy="0"/>
          <a:chOff x="0" y="0"/>
          <a:chExt cx="0" cy="0"/>
        </a:xfrm>
      </p:grpSpPr>
      <p:pic>
        <p:nvPicPr>
          <p:cNvPr id="8" name="r1Artboard 3 copy 7edsw.pdf" descr="r1Artboard 3 copy 7edsw.pdf">
            <a:extLst>
              <a:ext uri="{FF2B5EF4-FFF2-40B4-BE49-F238E27FC236}">
                <a16:creationId xmlns:a16="http://schemas.microsoft.com/office/drawing/2014/main" id="{DB2CB175-7699-BF45-8858-F8C4DBF892A4}"/>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a:stretch/>
        </p:blipFill>
        <p:spPr>
          <a:xfrm>
            <a:off x="3789600" y="0"/>
            <a:ext cx="8402400" cy="6858000"/>
          </a:xfrm>
          <a:prstGeom prst="rect">
            <a:avLst/>
          </a:prstGeom>
          <a:ln w="12700">
            <a:miter lim="400000"/>
          </a:ln>
        </p:spPr>
      </p:pic>
      <p:pic>
        <p:nvPicPr>
          <p:cNvPr id="3" name="Graphic 2">
            <a:extLst>
              <a:ext uri="{FF2B5EF4-FFF2-40B4-BE49-F238E27FC236}">
                <a16:creationId xmlns:a16="http://schemas.microsoft.com/office/drawing/2014/main" id="{73A8F63C-93A7-DA4F-8C8B-03DCFB7B5A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0000" y="1"/>
            <a:ext cx="1980000" cy="1485001"/>
          </a:xfrm>
          <a:prstGeom prst="rect">
            <a:avLst/>
          </a:prstGeom>
        </p:spPr>
      </p:pic>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sp>
        <p:nvSpPr>
          <p:cNvPr id="12" name="Title 1">
            <a:extLst>
              <a:ext uri="{FF2B5EF4-FFF2-40B4-BE49-F238E27FC236}">
                <a16:creationId xmlns:a16="http://schemas.microsoft.com/office/drawing/2014/main" id="{29D59645-33BD-F041-9140-5802DD717353}"/>
              </a:ext>
            </a:extLst>
          </p:cNvPr>
          <p:cNvSpPr>
            <a:spLocks noGrp="1"/>
          </p:cNvSpPr>
          <p:nvPr>
            <p:ph type="title" hasCustomPrompt="1"/>
          </p:nvPr>
        </p:nvSpPr>
        <p:spPr>
          <a:xfrm>
            <a:off x="611120" y="3068554"/>
            <a:ext cx="9767782" cy="1032014"/>
          </a:xfrm>
          <a:prstGeom prst="rect">
            <a:avLst/>
          </a:prstGeom>
        </p:spPr>
        <p:txBody>
          <a:bodyPr anchor="b">
            <a:spAutoFit/>
          </a:bodyPr>
          <a:lstStyle>
            <a:lvl1pPr>
              <a:lnSpc>
                <a:spcPct val="80000"/>
              </a:lnSpc>
              <a:defRPr sz="7200" b="1" i="0">
                <a:solidFill>
                  <a:schemeClr val="bg1"/>
                </a:solidFill>
                <a:latin typeface="Equip Extended" panose="02000503030000020004" pitchFamily="2" charset="77"/>
              </a:defRPr>
            </a:lvl1pPr>
          </a:lstStyle>
          <a:p>
            <a:r>
              <a:rPr lang="en-GB"/>
              <a:t>Edit title</a:t>
            </a:r>
            <a:endParaRPr lang="en-PT"/>
          </a:p>
        </p:txBody>
      </p:sp>
      <p:sp>
        <p:nvSpPr>
          <p:cNvPr id="11" name="Text Placeholder 7">
            <a:extLst>
              <a:ext uri="{FF2B5EF4-FFF2-40B4-BE49-F238E27FC236}">
                <a16:creationId xmlns:a16="http://schemas.microsoft.com/office/drawing/2014/main" id="{3DA0C077-5EC7-6940-8AED-92F032F44DAA}"/>
              </a:ext>
            </a:extLst>
          </p:cNvPr>
          <p:cNvSpPr>
            <a:spLocks noGrp="1"/>
          </p:cNvSpPr>
          <p:nvPr>
            <p:ph type="body" sz="quarter" idx="12" hasCustomPrompt="1"/>
          </p:nvPr>
        </p:nvSpPr>
        <p:spPr>
          <a:xfrm>
            <a:off x="639386" y="4407492"/>
            <a:ext cx="9767782" cy="462998"/>
          </a:xfrm>
        </p:spPr>
        <p:txBody>
          <a:bodyPr tIns="108000" anchor="t">
            <a:spAutoFit/>
          </a:bodyPr>
          <a:lstStyle>
            <a:lvl1pPr marL="0" indent="0">
              <a:lnSpc>
                <a:spcPct val="100000"/>
              </a:lnSpc>
              <a:buNone/>
              <a:defRPr sz="2000" b="0" i="0">
                <a:solidFill>
                  <a:schemeClr val="bg1"/>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2113234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_Section Big Title Green">
    <p:bg>
      <p:bgPr>
        <a:solidFill>
          <a:schemeClr val="accent1"/>
        </a:solidFill>
        <a:effectLst/>
      </p:bgPr>
    </p:bg>
    <p:spTree>
      <p:nvGrpSpPr>
        <p:cNvPr id="1" name=""/>
        <p:cNvGrpSpPr/>
        <p:nvPr/>
      </p:nvGrpSpPr>
      <p:grpSpPr>
        <a:xfrm>
          <a:off x="0" y="0"/>
          <a:ext cx="0" cy="0"/>
          <a:chOff x="0" y="0"/>
          <a:chExt cx="0" cy="0"/>
        </a:xfrm>
      </p:grpSpPr>
      <p:pic>
        <p:nvPicPr>
          <p:cNvPr id="11" name="r1Artboard 3 copy 34edsw.pdf">
            <a:extLst>
              <a:ext uri="{FF2B5EF4-FFF2-40B4-BE49-F238E27FC236}">
                <a16:creationId xmlns:a16="http://schemas.microsoft.com/office/drawing/2014/main" id="{46733C63-EC4A-6C4E-97F9-41C4DCCF3213}"/>
              </a:ext>
            </a:extLst>
          </p:cNvPr>
          <p:cNvPicPr>
            <a:picLocks noChangeAspect="1"/>
          </p:cNvPicPr>
          <p:nvPr userDrawn="1"/>
        </p:nvPicPr>
        <p:blipFill rotWithShape="1">
          <a:blip r:embed="rId2">
            <a:alphaModFix amt="56000"/>
            <a:extLst>
              <a:ext uri="{28A0092B-C50C-407E-A947-70E740481C1C}">
                <a14:useLocalDpi xmlns:a14="http://schemas.microsoft.com/office/drawing/2010/main" val="0"/>
              </a:ext>
            </a:extLst>
          </a:blip>
          <a:srcRect l="-127" t="37299" r="51849" b="14438"/>
          <a:stretch/>
        </p:blipFill>
        <p:spPr>
          <a:xfrm>
            <a:off x="3758638" y="0"/>
            <a:ext cx="8433362" cy="6858000"/>
          </a:xfrm>
          <a:prstGeom prst="rect">
            <a:avLst/>
          </a:prstGeom>
          <a:ln w="12700">
            <a:miter lim="400000"/>
          </a:ln>
        </p:spPr>
      </p:pic>
      <p:sp>
        <p:nvSpPr>
          <p:cNvPr id="6" name="Text Placeholder 7">
            <a:extLst>
              <a:ext uri="{FF2B5EF4-FFF2-40B4-BE49-F238E27FC236}">
                <a16:creationId xmlns:a16="http://schemas.microsoft.com/office/drawing/2014/main" id="{7ADE9F74-B5D2-0849-8C82-52533EDDA707}"/>
              </a:ext>
            </a:extLst>
          </p:cNvPr>
          <p:cNvSpPr>
            <a:spLocks noGrp="1"/>
          </p:cNvSpPr>
          <p:nvPr>
            <p:ph type="body" sz="quarter" idx="10" hasCustomPrompt="1"/>
          </p:nvPr>
        </p:nvSpPr>
        <p:spPr>
          <a:xfrm>
            <a:off x="639386" y="5876515"/>
            <a:ext cx="9668395" cy="498475"/>
          </a:xfrm>
        </p:spPr>
        <p:txBody>
          <a:bodyPr anchor="ctr">
            <a:normAutofit/>
          </a:bodyPr>
          <a:lstStyle>
            <a:lvl1pPr marL="0" indent="0">
              <a:buNone/>
              <a:defRPr sz="1000" b="0" i="0">
                <a:solidFill>
                  <a:schemeClr val="tx2"/>
                </a:solidFill>
                <a:latin typeface="Equip Extended Light" panose="02000503000000020004" pitchFamily="2" charset="77"/>
              </a:defRPr>
            </a:lvl1pPr>
          </a:lstStyle>
          <a:p>
            <a:pPr lvl="0"/>
            <a:r>
              <a:rPr lang="en-GB"/>
              <a:t>Edit Footnote</a:t>
            </a:r>
          </a:p>
        </p:txBody>
      </p:sp>
      <p:sp>
        <p:nvSpPr>
          <p:cNvPr id="9" name="Title 1">
            <a:extLst>
              <a:ext uri="{FF2B5EF4-FFF2-40B4-BE49-F238E27FC236}">
                <a16:creationId xmlns:a16="http://schemas.microsoft.com/office/drawing/2014/main" id="{5394E7F7-F58F-824F-9C78-70D60E6E0478}"/>
              </a:ext>
            </a:extLst>
          </p:cNvPr>
          <p:cNvSpPr>
            <a:spLocks noGrp="1"/>
          </p:cNvSpPr>
          <p:nvPr>
            <p:ph type="title" hasCustomPrompt="1"/>
          </p:nvPr>
        </p:nvSpPr>
        <p:spPr>
          <a:xfrm>
            <a:off x="611120" y="3068554"/>
            <a:ext cx="9767782" cy="1032014"/>
          </a:xfrm>
          <a:prstGeom prst="rect">
            <a:avLst/>
          </a:prstGeom>
        </p:spPr>
        <p:txBody>
          <a:bodyPr anchor="b">
            <a:spAutoFit/>
          </a:bodyPr>
          <a:lstStyle>
            <a:lvl1pPr>
              <a:lnSpc>
                <a:spcPct val="80000"/>
              </a:lnSpc>
              <a:defRPr sz="7200" b="1" i="0">
                <a:solidFill>
                  <a:schemeClr val="tx2"/>
                </a:solidFill>
                <a:latin typeface="Equip Extended" panose="02000503030000020004" pitchFamily="2" charset="77"/>
              </a:defRPr>
            </a:lvl1pPr>
          </a:lstStyle>
          <a:p>
            <a:r>
              <a:rPr lang="en-GB"/>
              <a:t>Edit title</a:t>
            </a:r>
            <a:endParaRPr lang="en-PT"/>
          </a:p>
        </p:txBody>
      </p:sp>
      <p:pic>
        <p:nvPicPr>
          <p:cNvPr id="10" name="Graphic 9">
            <a:extLst>
              <a:ext uri="{FF2B5EF4-FFF2-40B4-BE49-F238E27FC236}">
                <a16:creationId xmlns:a16="http://schemas.microsoft.com/office/drawing/2014/main" id="{D6517F54-B2B2-8E4D-BE47-0A3FBD6DEE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7600" y="0"/>
            <a:ext cx="1982400" cy="1486800"/>
          </a:xfrm>
          <a:prstGeom prst="rect">
            <a:avLst/>
          </a:prstGeom>
        </p:spPr>
      </p:pic>
      <p:sp>
        <p:nvSpPr>
          <p:cNvPr id="8" name="Text Placeholder 7">
            <a:extLst>
              <a:ext uri="{FF2B5EF4-FFF2-40B4-BE49-F238E27FC236}">
                <a16:creationId xmlns:a16="http://schemas.microsoft.com/office/drawing/2014/main" id="{92A0AF52-A383-8B4C-BAF5-8094DCFA20E7}"/>
              </a:ext>
            </a:extLst>
          </p:cNvPr>
          <p:cNvSpPr>
            <a:spLocks noGrp="1"/>
          </p:cNvSpPr>
          <p:nvPr>
            <p:ph type="body" sz="quarter" idx="13" hasCustomPrompt="1"/>
          </p:nvPr>
        </p:nvSpPr>
        <p:spPr>
          <a:xfrm>
            <a:off x="639386" y="4407425"/>
            <a:ext cx="9767782" cy="462998"/>
          </a:xfrm>
        </p:spPr>
        <p:txBody>
          <a:bodyPr tIns="108000" anchor="t">
            <a:spAutoFit/>
          </a:bodyPr>
          <a:lstStyle>
            <a:lvl1pPr marL="0" indent="0">
              <a:lnSpc>
                <a:spcPct val="100000"/>
              </a:lnSpc>
              <a:buNone/>
              <a:defRPr sz="2000" b="0" i="0">
                <a:solidFill>
                  <a:schemeClr val="tx2"/>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40039393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4_Section Big 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5DF88E5-BA32-4746-87F7-B2AF8460F0B5}"/>
              </a:ext>
            </a:extLst>
          </p:cNvPr>
          <p:cNvSpPr/>
          <p:nvPr userDrawn="1"/>
        </p:nvSpPr>
        <p:spPr>
          <a:xfrm>
            <a:off x="0" y="0"/>
            <a:ext cx="12192000" cy="6858000"/>
          </a:xfrm>
          <a:prstGeom prst="rect">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Title 1">
            <a:extLst>
              <a:ext uri="{FF2B5EF4-FFF2-40B4-BE49-F238E27FC236}">
                <a16:creationId xmlns:a16="http://schemas.microsoft.com/office/drawing/2014/main" id="{17AAB606-6867-894C-9BD5-B6BFB3E820B8}"/>
              </a:ext>
            </a:extLst>
          </p:cNvPr>
          <p:cNvSpPr>
            <a:spLocks noGrp="1"/>
          </p:cNvSpPr>
          <p:nvPr>
            <p:ph type="title" hasCustomPrompt="1"/>
          </p:nvPr>
        </p:nvSpPr>
        <p:spPr>
          <a:xfrm>
            <a:off x="611120" y="3070934"/>
            <a:ext cx="9767782" cy="1032014"/>
          </a:xfrm>
          <a:prstGeom prst="rect">
            <a:avLst/>
          </a:prstGeom>
        </p:spPr>
        <p:txBody>
          <a:bodyPr anchor="ctr">
            <a:spAutoFit/>
          </a:bodyPr>
          <a:lstStyle>
            <a:lvl1pPr>
              <a:lnSpc>
                <a:spcPct val="80000"/>
              </a:lnSpc>
              <a:defRPr sz="7200" b="1" i="0">
                <a:solidFill>
                  <a:schemeClr val="bg1"/>
                </a:solidFill>
                <a:latin typeface="Equip Extended" panose="02000503030000020004" pitchFamily="2" charset="77"/>
              </a:defRPr>
            </a:lvl1pPr>
          </a:lstStyle>
          <a:p>
            <a:r>
              <a:rPr lang="en-GB"/>
              <a:t>Edit title</a:t>
            </a:r>
            <a:endParaRPr lang="en-PT"/>
          </a:p>
        </p:txBody>
      </p:sp>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77041" y="379903"/>
            <a:ext cx="813599" cy="715078"/>
          </a:xfrm>
          <a:prstGeom prst="rect">
            <a:avLst/>
          </a:prstGeom>
        </p:spPr>
      </p:pic>
      <p:sp>
        <p:nvSpPr>
          <p:cNvPr id="7" name="Text Placeholder 7">
            <a:extLst>
              <a:ext uri="{FF2B5EF4-FFF2-40B4-BE49-F238E27FC236}">
                <a16:creationId xmlns:a16="http://schemas.microsoft.com/office/drawing/2014/main" id="{261C9580-8E18-144F-875F-166D4D85CAFE}"/>
              </a:ext>
            </a:extLst>
          </p:cNvPr>
          <p:cNvSpPr>
            <a:spLocks noGrp="1"/>
          </p:cNvSpPr>
          <p:nvPr>
            <p:ph type="body" sz="quarter" idx="13" hasCustomPrompt="1"/>
          </p:nvPr>
        </p:nvSpPr>
        <p:spPr>
          <a:xfrm>
            <a:off x="639386" y="4407425"/>
            <a:ext cx="9767782" cy="1386327"/>
          </a:xfrm>
        </p:spPr>
        <p:txBody>
          <a:bodyPr tIns="108000" anchor="t">
            <a:spAutoFit/>
          </a:bodyPr>
          <a:lstStyle>
            <a:lvl1pPr marL="0" indent="0">
              <a:lnSpc>
                <a:spcPct val="100000"/>
              </a:lnSpc>
              <a:buNone/>
              <a:defRPr sz="2000" b="0" i="0">
                <a:solidFill>
                  <a:schemeClr val="bg1"/>
                </a:solidFill>
                <a:latin typeface="Equip Extended Thin" panose="02000503030000020004" pitchFamily="2" charset="77"/>
              </a:defRPr>
            </a:lvl1pPr>
          </a:lstStyle>
          <a:p>
            <a:pPr lvl="0"/>
            <a:r>
              <a:rPr lang="en-GB"/>
              <a:t>Feel free to exchange the background photo, but please keep the overlay layer on top. You can exchange the photo by clicking on the Design tab, in Customize, click Format Background. And then click Insert under Picture Source to select your photo.</a:t>
            </a:r>
          </a:p>
        </p:txBody>
      </p:sp>
    </p:spTree>
    <p:extLst>
      <p:ext uri="{BB962C8B-B14F-4D97-AF65-F5344CB8AC3E}">
        <p14:creationId xmlns:p14="http://schemas.microsoft.com/office/powerpoint/2010/main" val="3258412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1_Section Small Title White">
    <p:bg>
      <p:bgPr>
        <a:solidFill>
          <a:schemeClr val="bg1"/>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7041" y="379903"/>
            <a:ext cx="813599" cy="715078"/>
          </a:xfrm>
          <a:prstGeom prst="rect">
            <a:avLst/>
          </a:prstGeom>
        </p:spPr>
      </p:pic>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0" y="2907905"/>
            <a:ext cx="9767782" cy="797078"/>
          </a:xfrm>
          <a:prstGeom prst="rect">
            <a:avLst/>
          </a:prstGeom>
        </p:spPr>
        <p:txBody>
          <a:bodyPr anchor="b">
            <a:spAutoFit/>
          </a:bodyPr>
          <a:lstStyle>
            <a:lvl1pPr>
              <a:lnSpc>
                <a:spcPct val="80000"/>
              </a:lnSpc>
              <a:defRPr sz="5400" b="1" i="0">
                <a:solidFill>
                  <a:schemeClr val="tx2"/>
                </a:solidFill>
                <a:latin typeface="Equip Extended" panose="0200050303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4047725"/>
            <a:ext cx="9767782" cy="462998"/>
          </a:xfrm>
        </p:spPr>
        <p:txBody>
          <a:bodyPr tIns="108000" anchor="t">
            <a:spAutoFit/>
          </a:bodyPr>
          <a:lstStyle>
            <a:lvl1pPr marL="0" indent="0">
              <a:lnSpc>
                <a:spcPct val="100000"/>
              </a:lnSpc>
              <a:buNone/>
              <a:defRPr sz="2000" b="0" i="0">
                <a:solidFill>
                  <a:schemeClr val="tx2"/>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632285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2_Section Small Title Blue">
    <p:bg>
      <p:bgPr>
        <a:solidFill>
          <a:schemeClr val="accent4"/>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7041" y="379903"/>
            <a:ext cx="813599" cy="715078"/>
          </a:xfrm>
          <a:prstGeom prst="rect">
            <a:avLst/>
          </a:prstGeom>
        </p:spPr>
      </p:pic>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0" y="2907905"/>
            <a:ext cx="9767782" cy="797078"/>
          </a:xfrm>
          <a:prstGeom prst="rect">
            <a:avLst/>
          </a:prstGeom>
        </p:spPr>
        <p:txBody>
          <a:bodyPr anchor="b">
            <a:spAutoFit/>
          </a:bodyPr>
          <a:lstStyle>
            <a:lvl1pPr>
              <a:lnSpc>
                <a:spcPct val="80000"/>
              </a:lnSpc>
              <a:defRPr sz="5400" b="1" i="0">
                <a:solidFill>
                  <a:schemeClr val="bg1"/>
                </a:solidFill>
                <a:latin typeface="Equip Extended" panose="0200050303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4047725"/>
            <a:ext cx="9767782" cy="462998"/>
          </a:xfrm>
        </p:spPr>
        <p:txBody>
          <a:bodyPr tIns="108000" anchor="t">
            <a:spAutoFit/>
          </a:bodyPr>
          <a:lstStyle>
            <a:lvl1pPr marL="0" indent="0">
              <a:lnSpc>
                <a:spcPct val="100000"/>
              </a:lnSpc>
              <a:buNone/>
              <a:defRPr sz="2000" b="0" i="0">
                <a:solidFill>
                  <a:schemeClr val="bg1"/>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3943759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3_Section Small Title Green ">
    <p:bg>
      <p:bgPr>
        <a:solidFill>
          <a:schemeClr val="accent1"/>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tx2"/>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7041" y="379903"/>
            <a:ext cx="813599" cy="715078"/>
          </a:xfrm>
          <a:prstGeom prst="rect">
            <a:avLst/>
          </a:prstGeom>
        </p:spPr>
      </p:pic>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0" y="2907905"/>
            <a:ext cx="9767782" cy="797078"/>
          </a:xfrm>
          <a:prstGeom prst="rect">
            <a:avLst/>
          </a:prstGeom>
        </p:spPr>
        <p:txBody>
          <a:bodyPr anchor="b">
            <a:spAutoFit/>
          </a:bodyPr>
          <a:lstStyle>
            <a:lvl1pPr>
              <a:lnSpc>
                <a:spcPct val="80000"/>
              </a:lnSpc>
              <a:defRPr sz="5400" b="1" i="0">
                <a:solidFill>
                  <a:schemeClr val="tx2"/>
                </a:solidFill>
                <a:latin typeface="Equip Extended" panose="0200050303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4047725"/>
            <a:ext cx="9767782" cy="462998"/>
          </a:xfrm>
        </p:spPr>
        <p:txBody>
          <a:bodyPr tIns="108000" anchor="t">
            <a:spAutoFit/>
          </a:bodyPr>
          <a:lstStyle>
            <a:lvl1pPr marL="0" indent="0">
              <a:lnSpc>
                <a:spcPct val="100000"/>
              </a:lnSpc>
              <a:buNone/>
              <a:defRPr sz="2000" b="0" i="0">
                <a:solidFill>
                  <a:schemeClr val="tx2"/>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1328666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4_Section Small Title Purple">
    <p:bg>
      <p:bgPr>
        <a:solidFill>
          <a:schemeClr val="accent2"/>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7041" y="379903"/>
            <a:ext cx="813599" cy="715078"/>
          </a:xfrm>
          <a:prstGeom prst="rect">
            <a:avLst/>
          </a:prstGeom>
        </p:spPr>
      </p:pic>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0" y="2907905"/>
            <a:ext cx="9767782" cy="797078"/>
          </a:xfrm>
          <a:prstGeom prst="rect">
            <a:avLst/>
          </a:prstGeom>
        </p:spPr>
        <p:txBody>
          <a:bodyPr anchor="b">
            <a:spAutoFit/>
          </a:bodyPr>
          <a:lstStyle>
            <a:lvl1pPr>
              <a:lnSpc>
                <a:spcPct val="80000"/>
              </a:lnSpc>
              <a:defRPr sz="5400" b="1" i="0">
                <a:solidFill>
                  <a:schemeClr val="bg1"/>
                </a:solidFill>
                <a:latin typeface="Equip Extended" panose="0200050303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4047725"/>
            <a:ext cx="9767782" cy="462998"/>
          </a:xfrm>
        </p:spPr>
        <p:txBody>
          <a:bodyPr tIns="108000" anchor="t">
            <a:spAutoFit/>
          </a:bodyPr>
          <a:lstStyle>
            <a:lvl1pPr marL="0" indent="0">
              <a:lnSpc>
                <a:spcPct val="100000"/>
              </a:lnSpc>
              <a:buNone/>
              <a:defRPr sz="2000" b="0" i="0">
                <a:solidFill>
                  <a:schemeClr val="bg1"/>
                </a:solidFill>
                <a:latin typeface="Equip Extended Thin" panose="02000503030000020004" pitchFamily="2" charset="77"/>
              </a:defRPr>
            </a:lvl1pPr>
          </a:lstStyle>
          <a:p>
            <a:pPr lvl="0"/>
            <a:r>
              <a:rPr lang="en-GB"/>
              <a:t>Edit description</a:t>
            </a:r>
          </a:p>
        </p:txBody>
      </p:sp>
    </p:spTree>
    <p:extLst>
      <p:ext uri="{BB962C8B-B14F-4D97-AF65-F5344CB8AC3E}">
        <p14:creationId xmlns:p14="http://schemas.microsoft.com/office/powerpoint/2010/main" val="4083122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5_Section Small Title Image">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5DF88E5-BA32-4746-87F7-B2AF8460F0B5}"/>
              </a:ext>
            </a:extLst>
          </p:cNvPr>
          <p:cNvSpPr/>
          <p:nvPr userDrawn="1"/>
        </p:nvSpPr>
        <p:spPr>
          <a:xfrm>
            <a:off x="0" y="0"/>
            <a:ext cx="12192000" cy="6858000"/>
          </a:xfrm>
          <a:prstGeom prst="rect">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4" name="Title 1">
            <a:extLst>
              <a:ext uri="{FF2B5EF4-FFF2-40B4-BE49-F238E27FC236}">
                <a16:creationId xmlns:a16="http://schemas.microsoft.com/office/drawing/2014/main" id="{17AAB606-6867-894C-9BD5-B6BFB3E820B8}"/>
              </a:ext>
            </a:extLst>
          </p:cNvPr>
          <p:cNvSpPr>
            <a:spLocks noGrp="1"/>
          </p:cNvSpPr>
          <p:nvPr>
            <p:ph type="title" hasCustomPrompt="1"/>
          </p:nvPr>
        </p:nvSpPr>
        <p:spPr>
          <a:xfrm>
            <a:off x="611120" y="2907905"/>
            <a:ext cx="9767782" cy="797078"/>
          </a:xfrm>
          <a:prstGeom prst="rect">
            <a:avLst/>
          </a:prstGeom>
        </p:spPr>
        <p:txBody>
          <a:bodyPr anchor="b">
            <a:spAutoFit/>
          </a:bodyPr>
          <a:lstStyle>
            <a:lvl1pPr>
              <a:lnSpc>
                <a:spcPct val="80000"/>
              </a:lnSpc>
              <a:defRPr sz="5400" b="1" i="0">
                <a:solidFill>
                  <a:schemeClr val="bg1"/>
                </a:solidFill>
                <a:latin typeface="Equip Extended" panose="02000503030000020004" pitchFamily="2" charset="77"/>
              </a:defRPr>
            </a:lvl1pPr>
          </a:lstStyle>
          <a:p>
            <a:r>
              <a:rPr lang="en-GB"/>
              <a:t>Edit title</a:t>
            </a:r>
            <a:endParaRPr lang="en-PT"/>
          </a:p>
        </p:txBody>
      </p:sp>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77041" y="379903"/>
            <a:ext cx="813599" cy="715078"/>
          </a:xfrm>
          <a:prstGeom prst="rect">
            <a:avLst/>
          </a:prstGeom>
        </p:spPr>
      </p:pic>
      <p:sp>
        <p:nvSpPr>
          <p:cNvPr id="7" name="Text Placeholder 7">
            <a:extLst>
              <a:ext uri="{FF2B5EF4-FFF2-40B4-BE49-F238E27FC236}">
                <a16:creationId xmlns:a16="http://schemas.microsoft.com/office/drawing/2014/main" id="{56E1278F-22F1-EE44-90D3-B0B9F038A5A5}"/>
              </a:ext>
            </a:extLst>
          </p:cNvPr>
          <p:cNvSpPr>
            <a:spLocks noGrp="1"/>
          </p:cNvSpPr>
          <p:nvPr>
            <p:ph type="body" sz="quarter" idx="12" hasCustomPrompt="1"/>
          </p:nvPr>
        </p:nvSpPr>
        <p:spPr>
          <a:xfrm>
            <a:off x="639386" y="4047725"/>
            <a:ext cx="9767782" cy="1386327"/>
          </a:xfrm>
        </p:spPr>
        <p:txBody>
          <a:bodyPr tIns="108000" anchor="t">
            <a:spAutoFit/>
          </a:bodyPr>
          <a:lstStyle>
            <a:lvl1pPr marL="0" indent="0">
              <a:lnSpc>
                <a:spcPct val="100000"/>
              </a:lnSpc>
              <a:buNone/>
              <a:defRPr sz="2000" b="0" i="0">
                <a:solidFill>
                  <a:schemeClr val="bg1"/>
                </a:solidFill>
                <a:latin typeface="Equip Extended Thin" panose="02000503030000020004" pitchFamily="2" charset="77"/>
              </a:defRPr>
            </a:lvl1pPr>
          </a:lstStyle>
          <a:p>
            <a:pPr lvl="0"/>
            <a:r>
              <a:rPr lang="en-GB"/>
              <a:t>Feel free to exchange the background photo, but please keep the overlay layer on top. You can exchange the photo by clicking on the Design tab, in Customize, click Format Background. And then click Insert under Picture Source to select your photo.</a:t>
            </a:r>
          </a:p>
        </p:txBody>
      </p:sp>
    </p:spTree>
    <p:extLst>
      <p:ext uri="{BB962C8B-B14F-4D97-AF65-F5344CB8AC3E}">
        <p14:creationId xmlns:p14="http://schemas.microsoft.com/office/powerpoint/2010/main" val="628947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_Agenda">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25" name="Text Placeholder 7">
            <a:extLst>
              <a:ext uri="{FF2B5EF4-FFF2-40B4-BE49-F238E27FC236}">
                <a16:creationId xmlns:a16="http://schemas.microsoft.com/office/drawing/2014/main" id="{0A2FAD0F-C7E7-9E43-B2FB-56A6A8BFFE06}"/>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D0B82C9C-213C-5846-9418-2E92489F1114}"/>
              </a:ext>
            </a:extLst>
          </p:cNvPr>
          <p:cNvSpPr>
            <a:spLocks noGrp="1"/>
          </p:cNvSpPr>
          <p:nvPr>
            <p:ph type="title" hasCustomPrompt="1"/>
          </p:nvPr>
        </p:nvSpPr>
        <p:spPr>
          <a:xfrm>
            <a:off x="626398" y="481125"/>
            <a:ext cx="6947999"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7" name="Text Placeholder 7">
            <a:extLst>
              <a:ext uri="{FF2B5EF4-FFF2-40B4-BE49-F238E27FC236}">
                <a16:creationId xmlns:a16="http://schemas.microsoft.com/office/drawing/2014/main" id="{758E9BFF-AA50-5A4B-879E-3AC820AF497A}"/>
              </a:ext>
            </a:extLst>
          </p:cNvPr>
          <p:cNvSpPr>
            <a:spLocks noGrp="1"/>
          </p:cNvSpPr>
          <p:nvPr>
            <p:ph type="body" sz="quarter" idx="29" hasCustomPrompt="1"/>
          </p:nvPr>
        </p:nvSpPr>
        <p:spPr>
          <a:xfrm>
            <a:off x="626401" y="930188"/>
            <a:ext cx="6947999"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44" name="Text Placeholder 7">
            <a:extLst>
              <a:ext uri="{FF2B5EF4-FFF2-40B4-BE49-F238E27FC236}">
                <a16:creationId xmlns:a16="http://schemas.microsoft.com/office/drawing/2014/main" id="{9987E3FA-762E-1544-B600-DE2358F40AFD}"/>
              </a:ext>
            </a:extLst>
          </p:cNvPr>
          <p:cNvSpPr>
            <a:spLocks noGrp="1"/>
          </p:cNvSpPr>
          <p:nvPr>
            <p:ph type="body" sz="quarter" idx="12" hasCustomPrompt="1"/>
          </p:nvPr>
        </p:nvSpPr>
        <p:spPr>
          <a:xfrm>
            <a:off x="1704972" y="2436203"/>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45" name="Text Placeholder 7">
            <a:extLst>
              <a:ext uri="{FF2B5EF4-FFF2-40B4-BE49-F238E27FC236}">
                <a16:creationId xmlns:a16="http://schemas.microsoft.com/office/drawing/2014/main" id="{092923F0-4DAD-D047-919F-E9C087D11AD8}"/>
              </a:ext>
            </a:extLst>
          </p:cNvPr>
          <p:cNvSpPr>
            <a:spLocks noGrp="1"/>
          </p:cNvSpPr>
          <p:nvPr>
            <p:ph type="body" sz="quarter" idx="13" hasCustomPrompt="1"/>
          </p:nvPr>
        </p:nvSpPr>
        <p:spPr>
          <a:xfrm>
            <a:off x="1704974" y="2112111"/>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57" name="Text Placeholder 7">
            <a:extLst>
              <a:ext uri="{FF2B5EF4-FFF2-40B4-BE49-F238E27FC236}">
                <a16:creationId xmlns:a16="http://schemas.microsoft.com/office/drawing/2014/main" id="{45C7B623-9A59-0344-A47A-44FFD3513C0D}"/>
              </a:ext>
            </a:extLst>
          </p:cNvPr>
          <p:cNvSpPr>
            <a:spLocks noGrp="1"/>
          </p:cNvSpPr>
          <p:nvPr>
            <p:ph type="body" sz="quarter" idx="32" hasCustomPrompt="1"/>
          </p:nvPr>
        </p:nvSpPr>
        <p:spPr>
          <a:xfrm>
            <a:off x="1079996" y="2112111"/>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
        <p:nvSpPr>
          <p:cNvPr id="58" name="Text Placeholder 7">
            <a:extLst>
              <a:ext uri="{FF2B5EF4-FFF2-40B4-BE49-F238E27FC236}">
                <a16:creationId xmlns:a16="http://schemas.microsoft.com/office/drawing/2014/main" id="{620F14B5-2346-794D-A8B4-1F98C2161948}"/>
              </a:ext>
            </a:extLst>
          </p:cNvPr>
          <p:cNvSpPr>
            <a:spLocks noGrp="1"/>
          </p:cNvSpPr>
          <p:nvPr>
            <p:ph type="body" sz="quarter" idx="33" hasCustomPrompt="1"/>
          </p:nvPr>
        </p:nvSpPr>
        <p:spPr>
          <a:xfrm>
            <a:off x="7007773" y="2439712"/>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59" name="Text Placeholder 7">
            <a:extLst>
              <a:ext uri="{FF2B5EF4-FFF2-40B4-BE49-F238E27FC236}">
                <a16:creationId xmlns:a16="http://schemas.microsoft.com/office/drawing/2014/main" id="{42B3E1EA-2B2A-D940-AB24-C21760A18C04}"/>
              </a:ext>
            </a:extLst>
          </p:cNvPr>
          <p:cNvSpPr>
            <a:spLocks noGrp="1"/>
          </p:cNvSpPr>
          <p:nvPr>
            <p:ph type="body" sz="quarter" idx="34" hasCustomPrompt="1"/>
          </p:nvPr>
        </p:nvSpPr>
        <p:spPr>
          <a:xfrm>
            <a:off x="7007775" y="2115620"/>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60" name="Text Placeholder 7">
            <a:extLst>
              <a:ext uri="{FF2B5EF4-FFF2-40B4-BE49-F238E27FC236}">
                <a16:creationId xmlns:a16="http://schemas.microsoft.com/office/drawing/2014/main" id="{52611E22-EC7A-6241-A2EC-B60647BB1C08}"/>
              </a:ext>
            </a:extLst>
          </p:cNvPr>
          <p:cNvSpPr>
            <a:spLocks noGrp="1"/>
          </p:cNvSpPr>
          <p:nvPr>
            <p:ph type="body" sz="quarter" idx="35" hasCustomPrompt="1"/>
          </p:nvPr>
        </p:nvSpPr>
        <p:spPr>
          <a:xfrm>
            <a:off x="6382797" y="2115620"/>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
        <p:nvSpPr>
          <p:cNvPr id="61" name="Text Placeholder 7">
            <a:extLst>
              <a:ext uri="{FF2B5EF4-FFF2-40B4-BE49-F238E27FC236}">
                <a16:creationId xmlns:a16="http://schemas.microsoft.com/office/drawing/2014/main" id="{8F05CA85-D18E-4E47-ABF8-DCB282EA2CCE}"/>
              </a:ext>
            </a:extLst>
          </p:cNvPr>
          <p:cNvSpPr>
            <a:spLocks noGrp="1"/>
          </p:cNvSpPr>
          <p:nvPr>
            <p:ph type="body" sz="quarter" idx="36" hasCustomPrompt="1"/>
          </p:nvPr>
        </p:nvSpPr>
        <p:spPr>
          <a:xfrm>
            <a:off x="1704972" y="3522053"/>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62" name="Text Placeholder 7">
            <a:extLst>
              <a:ext uri="{FF2B5EF4-FFF2-40B4-BE49-F238E27FC236}">
                <a16:creationId xmlns:a16="http://schemas.microsoft.com/office/drawing/2014/main" id="{995747D0-5830-3744-BAA3-C30717BDA220}"/>
              </a:ext>
            </a:extLst>
          </p:cNvPr>
          <p:cNvSpPr>
            <a:spLocks noGrp="1"/>
          </p:cNvSpPr>
          <p:nvPr>
            <p:ph type="body" sz="quarter" idx="37" hasCustomPrompt="1"/>
          </p:nvPr>
        </p:nvSpPr>
        <p:spPr>
          <a:xfrm>
            <a:off x="1704974" y="3197961"/>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63" name="Text Placeholder 7">
            <a:extLst>
              <a:ext uri="{FF2B5EF4-FFF2-40B4-BE49-F238E27FC236}">
                <a16:creationId xmlns:a16="http://schemas.microsoft.com/office/drawing/2014/main" id="{6EB72F02-CCB0-8245-97D7-1763619B80A2}"/>
              </a:ext>
            </a:extLst>
          </p:cNvPr>
          <p:cNvSpPr>
            <a:spLocks noGrp="1"/>
          </p:cNvSpPr>
          <p:nvPr>
            <p:ph type="body" sz="quarter" idx="38" hasCustomPrompt="1"/>
          </p:nvPr>
        </p:nvSpPr>
        <p:spPr>
          <a:xfrm>
            <a:off x="1079996" y="3197961"/>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
        <p:nvSpPr>
          <p:cNvPr id="64" name="Text Placeholder 7">
            <a:extLst>
              <a:ext uri="{FF2B5EF4-FFF2-40B4-BE49-F238E27FC236}">
                <a16:creationId xmlns:a16="http://schemas.microsoft.com/office/drawing/2014/main" id="{7C02FA8C-0B1C-A64D-9151-9D133023AD32}"/>
              </a:ext>
            </a:extLst>
          </p:cNvPr>
          <p:cNvSpPr>
            <a:spLocks noGrp="1"/>
          </p:cNvSpPr>
          <p:nvPr>
            <p:ph type="body" sz="quarter" idx="39" hasCustomPrompt="1"/>
          </p:nvPr>
        </p:nvSpPr>
        <p:spPr>
          <a:xfrm>
            <a:off x="7007773" y="3525562"/>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65" name="Text Placeholder 7">
            <a:extLst>
              <a:ext uri="{FF2B5EF4-FFF2-40B4-BE49-F238E27FC236}">
                <a16:creationId xmlns:a16="http://schemas.microsoft.com/office/drawing/2014/main" id="{0B48CBAC-5DBC-A84D-A3CE-6DCD8B5C825C}"/>
              </a:ext>
            </a:extLst>
          </p:cNvPr>
          <p:cNvSpPr>
            <a:spLocks noGrp="1"/>
          </p:cNvSpPr>
          <p:nvPr>
            <p:ph type="body" sz="quarter" idx="40" hasCustomPrompt="1"/>
          </p:nvPr>
        </p:nvSpPr>
        <p:spPr>
          <a:xfrm>
            <a:off x="7007775" y="3201470"/>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66" name="Text Placeholder 7">
            <a:extLst>
              <a:ext uri="{FF2B5EF4-FFF2-40B4-BE49-F238E27FC236}">
                <a16:creationId xmlns:a16="http://schemas.microsoft.com/office/drawing/2014/main" id="{4A8F5CB8-6C44-3048-8271-CBD6BA8FBE29}"/>
              </a:ext>
            </a:extLst>
          </p:cNvPr>
          <p:cNvSpPr>
            <a:spLocks noGrp="1"/>
          </p:cNvSpPr>
          <p:nvPr>
            <p:ph type="body" sz="quarter" idx="41" hasCustomPrompt="1"/>
          </p:nvPr>
        </p:nvSpPr>
        <p:spPr>
          <a:xfrm>
            <a:off x="6382797" y="3201470"/>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
        <p:nvSpPr>
          <p:cNvPr id="67" name="Text Placeholder 7">
            <a:extLst>
              <a:ext uri="{FF2B5EF4-FFF2-40B4-BE49-F238E27FC236}">
                <a16:creationId xmlns:a16="http://schemas.microsoft.com/office/drawing/2014/main" id="{B736EE27-FA5D-884F-8ECA-1D70CDC80559}"/>
              </a:ext>
            </a:extLst>
          </p:cNvPr>
          <p:cNvSpPr>
            <a:spLocks noGrp="1"/>
          </p:cNvSpPr>
          <p:nvPr>
            <p:ph type="body" sz="quarter" idx="42" hasCustomPrompt="1"/>
          </p:nvPr>
        </p:nvSpPr>
        <p:spPr>
          <a:xfrm>
            <a:off x="1704972" y="4521563"/>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68" name="Text Placeholder 7">
            <a:extLst>
              <a:ext uri="{FF2B5EF4-FFF2-40B4-BE49-F238E27FC236}">
                <a16:creationId xmlns:a16="http://schemas.microsoft.com/office/drawing/2014/main" id="{50B67E55-BE08-AD4A-B576-A7D0BC0732F0}"/>
              </a:ext>
            </a:extLst>
          </p:cNvPr>
          <p:cNvSpPr>
            <a:spLocks noGrp="1"/>
          </p:cNvSpPr>
          <p:nvPr>
            <p:ph type="body" sz="quarter" idx="43" hasCustomPrompt="1"/>
          </p:nvPr>
        </p:nvSpPr>
        <p:spPr>
          <a:xfrm>
            <a:off x="1704974" y="4197471"/>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69" name="Text Placeholder 7">
            <a:extLst>
              <a:ext uri="{FF2B5EF4-FFF2-40B4-BE49-F238E27FC236}">
                <a16:creationId xmlns:a16="http://schemas.microsoft.com/office/drawing/2014/main" id="{77459E8E-468B-4945-BB56-E0FAAB8B40A2}"/>
              </a:ext>
            </a:extLst>
          </p:cNvPr>
          <p:cNvSpPr>
            <a:spLocks noGrp="1"/>
          </p:cNvSpPr>
          <p:nvPr>
            <p:ph type="body" sz="quarter" idx="44" hasCustomPrompt="1"/>
          </p:nvPr>
        </p:nvSpPr>
        <p:spPr>
          <a:xfrm>
            <a:off x="1079996" y="4197471"/>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
        <p:nvSpPr>
          <p:cNvPr id="70" name="Text Placeholder 7">
            <a:extLst>
              <a:ext uri="{FF2B5EF4-FFF2-40B4-BE49-F238E27FC236}">
                <a16:creationId xmlns:a16="http://schemas.microsoft.com/office/drawing/2014/main" id="{7D693191-558A-1D49-8217-C2D930487D9C}"/>
              </a:ext>
            </a:extLst>
          </p:cNvPr>
          <p:cNvSpPr>
            <a:spLocks noGrp="1"/>
          </p:cNvSpPr>
          <p:nvPr>
            <p:ph type="body" sz="quarter" idx="45" hasCustomPrompt="1"/>
          </p:nvPr>
        </p:nvSpPr>
        <p:spPr>
          <a:xfrm>
            <a:off x="7007773" y="4525072"/>
            <a:ext cx="4101826" cy="334313"/>
          </a:xfrm>
          <a:prstGeom prst="rect">
            <a:avLst/>
          </a:prstGeom>
        </p:spPr>
        <p:txBody>
          <a:bodyPr wrap="square" tIns="72000" anchor="t">
            <a:spAutoFit/>
          </a:bodyPr>
          <a:lstStyle>
            <a:lvl1pPr marL="0" indent="0">
              <a:lnSpc>
                <a:spcPct val="100000"/>
              </a:lnSpc>
              <a:spcBef>
                <a:spcPts val="1000"/>
              </a:spcBef>
              <a:buNone/>
              <a:defRPr sz="1400" b="0" i="0">
                <a:solidFill>
                  <a:schemeClr val="tx2"/>
                </a:solidFill>
                <a:latin typeface="Equip Light" panose="02000503000000020004" pitchFamily="2" charset="77"/>
              </a:defRPr>
            </a:lvl1pPr>
          </a:lstStyle>
          <a:p>
            <a:pPr lvl="0"/>
            <a:r>
              <a:rPr lang="en-GB"/>
              <a:t>Edit  </a:t>
            </a:r>
            <a:r>
              <a:rPr lang="en-GB" err="1"/>
              <a:t>subheader</a:t>
            </a:r>
            <a:endParaRPr lang="en-GB"/>
          </a:p>
        </p:txBody>
      </p:sp>
      <p:sp>
        <p:nvSpPr>
          <p:cNvPr id="71" name="Text Placeholder 7">
            <a:extLst>
              <a:ext uri="{FF2B5EF4-FFF2-40B4-BE49-F238E27FC236}">
                <a16:creationId xmlns:a16="http://schemas.microsoft.com/office/drawing/2014/main" id="{AE3D8A36-A9B3-7C4A-B449-615367FDC9F0}"/>
              </a:ext>
            </a:extLst>
          </p:cNvPr>
          <p:cNvSpPr>
            <a:spLocks noGrp="1"/>
          </p:cNvSpPr>
          <p:nvPr>
            <p:ph type="body" sz="quarter" idx="46" hasCustomPrompt="1"/>
          </p:nvPr>
        </p:nvSpPr>
        <p:spPr>
          <a:xfrm>
            <a:off x="7007775" y="4200980"/>
            <a:ext cx="4101825" cy="426646"/>
          </a:xfrm>
          <a:prstGeom prst="rect">
            <a:avLst/>
          </a:prstGeom>
        </p:spPr>
        <p:txBody>
          <a:bodyPr wrap="square" tIns="72000" anchor="t">
            <a:spAutoFit/>
          </a:bodyPr>
          <a:lstStyle>
            <a:lvl1pPr marL="0" indent="0">
              <a:lnSpc>
                <a:spcPct val="100000"/>
              </a:lnSpc>
              <a:buNone/>
              <a:defRPr sz="2000" b="1" i="0">
                <a:solidFill>
                  <a:schemeClr val="tx2"/>
                </a:solidFill>
                <a:latin typeface="Equip Extended" panose="02000503030000020004" pitchFamily="2" charset="77"/>
              </a:defRPr>
            </a:lvl1pPr>
          </a:lstStyle>
          <a:p>
            <a:pPr lvl="0"/>
            <a:r>
              <a:rPr lang="en-GB"/>
              <a:t>Edit chapter header</a:t>
            </a:r>
          </a:p>
        </p:txBody>
      </p:sp>
      <p:sp>
        <p:nvSpPr>
          <p:cNvPr id="72" name="Text Placeholder 7">
            <a:extLst>
              <a:ext uri="{FF2B5EF4-FFF2-40B4-BE49-F238E27FC236}">
                <a16:creationId xmlns:a16="http://schemas.microsoft.com/office/drawing/2014/main" id="{203F513A-377D-104F-A5B9-74E9D835A669}"/>
              </a:ext>
            </a:extLst>
          </p:cNvPr>
          <p:cNvSpPr>
            <a:spLocks noGrp="1"/>
          </p:cNvSpPr>
          <p:nvPr>
            <p:ph type="body" sz="quarter" idx="47" hasCustomPrompt="1"/>
          </p:nvPr>
        </p:nvSpPr>
        <p:spPr>
          <a:xfrm>
            <a:off x="6382797" y="4200980"/>
            <a:ext cx="624975" cy="426646"/>
          </a:xfrm>
          <a:prstGeom prst="rect">
            <a:avLst/>
          </a:prstGeom>
        </p:spPr>
        <p:txBody>
          <a:bodyPr wrap="square" tIns="72000" anchor="t">
            <a:spAutoFit/>
          </a:bodyPr>
          <a:lstStyle>
            <a:lvl1pPr marL="0" indent="0" algn="r">
              <a:lnSpc>
                <a:spcPct val="100000"/>
              </a:lnSpc>
              <a:buNone/>
              <a:defRPr sz="2000" b="1" i="0">
                <a:solidFill>
                  <a:schemeClr val="tx1"/>
                </a:solidFill>
                <a:latin typeface="Equip Extended" panose="02000503030000020004" pitchFamily="2" charset="77"/>
              </a:defRPr>
            </a:lvl1pPr>
          </a:lstStyle>
          <a:p>
            <a:pPr lvl="0"/>
            <a:r>
              <a:rPr lang="en-GB"/>
              <a:t>Nr.</a:t>
            </a:r>
          </a:p>
        </p:txBody>
      </p:sp>
    </p:spTree>
    <p:extLst>
      <p:ext uri="{BB962C8B-B14F-4D97-AF65-F5344CB8AC3E}">
        <p14:creationId xmlns:p14="http://schemas.microsoft.com/office/powerpoint/2010/main" val="2358422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2_Info Bullets">
    <p:bg>
      <p:bgPr>
        <a:solidFill>
          <a:schemeClr val="bg1"/>
        </a:solidFill>
        <a:effectLst/>
      </p:bgPr>
    </p:bg>
    <p:spTree>
      <p:nvGrpSpPr>
        <p:cNvPr id="1" name=""/>
        <p:cNvGrpSpPr/>
        <p:nvPr/>
      </p:nvGrpSpPr>
      <p:grpSpPr>
        <a:xfrm>
          <a:off x="0" y="0"/>
          <a:ext cx="0" cy="0"/>
          <a:chOff x="0" y="0"/>
          <a:chExt cx="0" cy="0"/>
        </a:xfrm>
      </p:grpSpPr>
      <p:pic>
        <p:nvPicPr>
          <p:cNvPr id="25" name="r1Artboard 2edsw.pdf" descr="r1Artboard 2edsw.pdf">
            <a:extLst>
              <a:ext uri="{FF2B5EF4-FFF2-40B4-BE49-F238E27FC236}">
                <a16:creationId xmlns:a16="http://schemas.microsoft.com/office/drawing/2014/main" id="{26EA4B65-F354-BD45-A431-FFC265BFA1DE}"/>
              </a:ext>
            </a:extLst>
          </p:cNvPr>
          <p:cNvPicPr>
            <a:picLocks noChangeAspect="1"/>
          </p:cNvPicPr>
          <p:nvPr userDrawn="1"/>
        </p:nvPicPr>
        <p:blipFill rotWithShape="1">
          <a:blip r:embed="rId2">
            <a:alphaModFix amt="13000"/>
          </a:blip>
          <a:srcRect l="26596" b="37450"/>
          <a:stretch/>
        </p:blipFill>
        <p:spPr>
          <a:xfrm>
            <a:off x="0" y="3936274"/>
            <a:ext cx="4987211" cy="2921726"/>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9" name="Text Placeholder 7">
            <a:extLst>
              <a:ext uri="{FF2B5EF4-FFF2-40B4-BE49-F238E27FC236}">
                <a16:creationId xmlns:a16="http://schemas.microsoft.com/office/drawing/2014/main" id="{FFFBB409-1DFD-1441-8895-D381848D5ABE}"/>
              </a:ext>
            </a:extLst>
          </p:cNvPr>
          <p:cNvSpPr>
            <a:spLocks noGrp="1"/>
          </p:cNvSpPr>
          <p:nvPr>
            <p:ph type="body" sz="quarter" idx="31" hasCustomPrompt="1"/>
          </p:nvPr>
        </p:nvSpPr>
        <p:spPr>
          <a:xfrm>
            <a:off x="5691013" y="2197976"/>
            <a:ext cx="5785202" cy="1365365"/>
          </a:xfrm>
          <a:prstGeom prst="rect">
            <a:avLst/>
          </a:prstGeom>
        </p:spPr>
        <p:txBody>
          <a:bodyPr wrap="square" tIns="72000" anchor="t">
            <a:spAutoFit/>
          </a:bodyPr>
          <a:lstStyle>
            <a:lvl1pPr marL="285750" indent="-285750">
              <a:lnSpc>
                <a:spcPct val="100000"/>
              </a:lnSpc>
              <a:buFont typeface="Arial" panose="020B0604020202020204" pitchFamily="34" charset="0"/>
              <a:buChar char="•"/>
              <a:defRPr sz="14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24" name="Text Placeholder 22">
            <a:extLst>
              <a:ext uri="{FF2B5EF4-FFF2-40B4-BE49-F238E27FC236}">
                <a16:creationId xmlns:a16="http://schemas.microsoft.com/office/drawing/2014/main" id="{D33787D1-5C01-9949-B9E7-8931AD3F5DE2}"/>
              </a:ext>
            </a:extLst>
          </p:cNvPr>
          <p:cNvSpPr>
            <a:spLocks noGrp="1"/>
          </p:cNvSpPr>
          <p:nvPr>
            <p:ph type="body" sz="quarter" idx="32" hasCustomPrompt="1"/>
          </p:nvPr>
        </p:nvSpPr>
        <p:spPr>
          <a:xfrm>
            <a:off x="5691599" y="1602250"/>
            <a:ext cx="5785202" cy="509948"/>
          </a:xfrm>
        </p:spPr>
        <p:txBody>
          <a:bodyPr wrap="square">
            <a:spAutoFit/>
          </a:bodyPr>
          <a:lstStyle>
            <a:lvl1pPr marL="0" indent="0">
              <a:lnSpc>
                <a:spcPct val="80000"/>
              </a:lnSpc>
              <a:buNone/>
              <a:defRPr sz="3200" b="1" i="0">
                <a:solidFill>
                  <a:schemeClr val="tx2"/>
                </a:solidFill>
                <a:latin typeface="Equip Extended" panose="02000503030000020004" pitchFamily="2" charset="77"/>
              </a:defRPr>
            </a:lvl1pPr>
          </a:lstStyle>
          <a:p>
            <a:r>
              <a:rPr lang="en-GB"/>
              <a:t>Edit supporting title</a:t>
            </a:r>
            <a:endParaRPr lang="en-PT"/>
          </a:p>
        </p:txBody>
      </p:sp>
      <p:sp>
        <p:nvSpPr>
          <p:cNvPr id="31" name="Title 1">
            <a:extLst>
              <a:ext uri="{FF2B5EF4-FFF2-40B4-BE49-F238E27FC236}">
                <a16:creationId xmlns:a16="http://schemas.microsoft.com/office/drawing/2014/main" id="{A46EF3AD-FB46-B34A-8E14-1B37D1952FF9}"/>
              </a:ext>
            </a:extLst>
          </p:cNvPr>
          <p:cNvSpPr>
            <a:spLocks noGrp="1"/>
          </p:cNvSpPr>
          <p:nvPr>
            <p:ph type="title" hasCustomPrompt="1"/>
          </p:nvPr>
        </p:nvSpPr>
        <p:spPr>
          <a:xfrm>
            <a:off x="626399" y="481125"/>
            <a:ext cx="5065199"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32" name="Text Placeholder 7">
            <a:extLst>
              <a:ext uri="{FF2B5EF4-FFF2-40B4-BE49-F238E27FC236}">
                <a16:creationId xmlns:a16="http://schemas.microsoft.com/office/drawing/2014/main" id="{918C771A-8818-EF4C-A126-D8F85656B15F}"/>
              </a:ext>
            </a:extLst>
          </p:cNvPr>
          <p:cNvSpPr>
            <a:spLocks noGrp="1"/>
          </p:cNvSpPr>
          <p:nvPr>
            <p:ph type="body" sz="quarter" idx="29" hasCustomPrompt="1"/>
          </p:nvPr>
        </p:nvSpPr>
        <p:spPr>
          <a:xfrm>
            <a:off x="626401" y="930188"/>
            <a:ext cx="50652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825954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3_Info Numbers">
    <p:bg>
      <p:bgPr>
        <a:solidFill>
          <a:schemeClr val="bg1"/>
        </a:solidFill>
        <a:effectLst/>
      </p:bgPr>
    </p:bg>
    <p:spTree>
      <p:nvGrpSpPr>
        <p:cNvPr id="1" name=""/>
        <p:cNvGrpSpPr/>
        <p:nvPr/>
      </p:nvGrpSpPr>
      <p:grpSpPr>
        <a:xfrm>
          <a:off x="0" y="0"/>
          <a:ext cx="0" cy="0"/>
          <a:chOff x="0" y="0"/>
          <a:chExt cx="0" cy="0"/>
        </a:xfrm>
      </p:grpSpPr>
      <p:pic>
        <p:nvPicPr>
          <p:cNvPr id="25" name="r1Artboard 2edsw.pdf" descr="r1Artboard 2edsw.pdf">
            <a:extLst>
              <a:ext uri="{FF2B5EF4-FFF2-40B4-BE49-F238E27FC236}">
                <a16:creationId xmlns:a16="http://schemas.microsoft.com/office/drawing/2014/main" id="{26EA4B65-F354-BD45-A431-FFC265BFA1DE}"/>
              </a:ext>
            </a:extLst>
          </p:cNvPr>
          <p:cNvPicPr>
            <a:picLocks noChangeAspect="1"/>
          </p:cNvPicPr>
          <p:nvPr userDrawn="1"/>
        </p:nvPicPr>
        <p:blipFill rotWithShape="1">
          <a:blip r:embed="rId2">
            <a:alphaModFix amt="13000"/>
          </a:blip>
          <a:srcRect l="26596" b="37450"/>
          <a:stretch/>
        </p:blipFill>
        <p:spPr>
          <a:xfrm>
            <a:off x="0" y="3936274"/>
            <a:ext cx="4987211" cy="2921726"/>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9" name="Text Placeholder 7">
            <a:extLst>
              <a:ext uri="{FF2B5EF4-FFF2-40B4-BE49-F238E27FC236}">
                <a16:creationId xmlns:a16="http://schemas.microsoft.com/office/drawing/2014/main" id="{FFFBB409-1DFD-1441-8895-D381848D5ABE}"/>
              </a:ext>
            </a:extLst>
          </p:cNvPr>
          <p:cNvSpPr>
            <a:spLocks noGrp="1"/>
          </p:cNvSpPr>
          <p:nvPr>
            <p:ph type="body" sz="quarter" idx="31" hasCustomPrompt="1"/>
          </p:nvPr>
        </p:nvSpPr>
        <p:spPr>
          <a:xfrm>
            <a:off x="5691013" y="2197976"/>
            <a:ext cx="5785202" cy="1365365"/>
          </a:xfrm>
          <a:prstGeom prst="rect">
            <a:avLst/>
          </a:prstGeom>
        </p:spPr>
        <p:txBody>
          <a:bodyPr wrap="square" tIns="72000" anchor="t">
            <a:spAutoFit/>
          </a:bodyPr>
          <a:lstStyle>
            <a:lvl1pPr marL="342900" indent="-342900">
              <a:lnSpc>
                <a:spcPct val="100000"/>
              </a:lnSpc>
              <a:buFont typeface="+mj-lt"/>
              <a:buAutoNum type="arabicPeriod"/>
              <a:defRPr sz="14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24" name="Text Placeholder 22">
            <a:extLst>
              <a:ext uri="{FF2B5EF4-FFF2-40B4-BE49-F238E27FC236}">
                <a16:creationId xmlns:a16="http://schemas.microsoft.com/office/drawing/2014/main" id="{D33787D1-5C01-9949-B9E7-8931AD3F5DE2}"/>
              </a:ext>
            </a:extLst>
          </p:cNvPr>
          <p:cNvSpPr>
            <a:spLocks noGrp="1"/>
          </p:cNvSpPr>
          <p:nvPr>
            <p:ph type="body" sz="quarter" idx="32" hasCustomPrompt="1"/>
          </p:nvPr>
        </p:nvSpPr>
        <p:spPr>
          <a:xfrm>
            <a:off x="5691599" y="1602250"/>
            <a:ext cx="5785202" cy="509948"/>
          </a:xfrm>
        </p:spPr>
        <p:txBody>
          <a:bodyPr wrap="square">
            <a:spAutoFit/>
          </a:bodyPr>
          <a:lstStyle>
            <a:lvl1pPr marL="0" indent="0">
              <a:lnSpc>
                <a:spcPct val="80000"/>
              </a:lnSpc>
              <a:buNone/>
              <a:defRPr sz="3200" b="1" i="0">
                <a:solidFill>
                  <a:schemeClr val="tx2"/>
                </a:solidFill>
                <a:latin typeface="Equip Extended" panose="02000503030000020004" pitchFamily="2" charset="77"/>
              </a:defRPr>
            </a:lvl1pPr>
          </a:lstStyle>
          <a:p>
            <a:r>
              <a:rPr lang="en-GB"/>
              <a:t>Edit supporting title</a:t>
            </a:r>
            <a:endParaRPr lang="en-PT"/>
          </a:p>
        </p:txBody>
      </p:sp>
      <p:sp>
        <p:nvSpPr>
          <p:cNvPr id="16" name="Title 1">
            <a:extLst>
              <a:ext uri="{FF2B5EF4-FFF2-40B4-BE49-F238E27FC236}">
                <a16:creationId xmlns:a16="http://schemas.microsoft.com/office/drawing/2014/main" id="{AEB6EDD4-FB00-1849-B631-9683EBDC0C85}"/>
              </a:ext>
            </a:extLst>
          </p:cNvPr>
          <p:cNvSpPr>
            <a:spLocks noGrp="1"/>
          </p:cNvSpPr>
          <p:nvPr>
            <p:ph type="title" hasCustomPrompt="1"/>
          </p:nvPr>
        </p:nvSpPr>
        <p:spPr>
          <a:xfrm>
            <a:off x="626399" y="481125"/>
            <a:ext cx="5065199"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7" name="Text Placeholder 7">
            <a:extLst>
              <a:ext uri="{FF2B5EF4-FFF2-40B4-BE49-F238E27FC236}">
                <a16:creationId xmlns:a16="http://schemas.microsoft.com/office/drawing/2014/main" id="{925D287C-5E20-B140-858B-F2D24F16D3D5}"/>
              </a:ext>
            </a:extLst>
          </p:cNvPr>
          <p:cNvSpPr>
            <a:spLocks noGrp="1"/>
          </p:cNvSpPr>
          <p:nvPr>
            <p:ph type="body" sz="quarter" idx="29" hasCustomPrompt="1"/>
          </p:nvPr>
        </p:nvSpPr>
        <p:spPr>
          <a:xfrm>
            <a:off x="626401" y="930188"/>
            <a:ext cx="50652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4173144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1_Plain Text">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6" name="Content Placeholder 5">
            <a:extLst>
              <a:ext uri="{FF2B5EF4-FFF2-40B4-BE49-F238E27FC236}">
                <a16:creationId xmlns:a16="http://schemas.microsoft.com/office/drawing/2014/main" id="{BB690711-A8AD-C64F-99C3-28967A35020C}"/>
              </a:ext>
            </a:extLst>
          </p:cNvPr>
          <p:cNvSpPr>
            <a:spLocks noGrp="1"/>
          </p:cNvSpPr>
          <p:nvPr>
            <p:ph sz="quarter" idx="11"/>
          </p:nvPr>
        </p:nvSpPr>
        <p:spPr>
          <a:xfrm>
            <a:off x="626400" y="1602250"/>
            <a:ext cx="10854000" cy="386615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8D99D971-8D93-A14A-BE3D-ABC9A167F6B8}"/>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7" name="Text Placeholder 7">
            <a:extLst>
              <a:ext uri="{FF2B5EF4-FFF2-40B4-BE49-F238E27FC236}">
                <a16:creationId xmlns:a16="http://schemas.microsoft.com/office/drawing/2014/main" id="{16DBF9F2-91C4-4B4B-844B-3C6295E89D04}"/>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981352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2_Title and Subtitle">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8D99D971-8D93-A14A-BE3D-ABC9A167F6B8}"/>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7" name="Text Placeholder 7">
            <a:extLst>
              <a:ext uri="{FF2B5EF4-FFF2-40B4-BE49-F238E27FC236}">
                <a16:creationId xmlns:a16="http://schemas.microsoft.com/office/drawing/2014/main" id="{16DBF9F2-91C4-4B4B-844B-3C6295E89D04}"/>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613240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3_Title">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8D99D971-8D93-A14A-BE3D-ABC9A167F6B8}"/>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Tree>
    <p:extLst>
      <p:ext uri="{BB962C8B-B14F-4D97-AF65-F5344CB8AC3E}">
        <p14:creationId xmlns:p14="http://schemas.microsoft.com/office/powerpoint/2010/main" val="4021374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4_Blank">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Tree>
    <p:extLst>
      <p:ext uri="{BB962C8B-B14F-4D97-AF65-F5344CB8AC3E}">
        <p14:creationId xmlns:p14="http://schemas.microsoft.com/office/powerpoint/2010/main" val="1839099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5_Plain text + 3 column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1" name="Title 1">
            <a:extLst>
              <a:ext uri="{FF2B5EF4-FFF2-40B4-BE49-F238E27FC236}">
                <a16:creationId xmlns:a16="http://schemas.microsoft.com/office/drawing/2014/main" id="{12350A91-73F6-E24D-9BBA-CF5921AA30F7}"/>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58A02A2B-B509-D74F-984D-62B7A32720B1}"/>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8" name="Text Placeholder 7">
            <a:extLst>
              <a:ext uri="{FF2B5EF4-FFF2-40B4-BE49-F238E27FC236}">
                <a16:creationId xmlns:a16="http://schemas.microsoft.com/office/drawing/2014/main" id="{F6D108A4-41A4-2B43-B692-56C0A943EA4A}"/>
              </a:ext>
            </a:extLst>
          </p:cNvPr>
          <p:cNvSpPr>
            <a:spLocks noGrp="1"/>
          </p:cNvSpPr>
          <p:nvPr>
            <p:ph type="body" sz="quarter" idx="15" hasCustomPrompt="1"/>
          </p:nvPr>
        </p:nvSpPr>
        <p:spPr>
          <a:xfrm>
            <a:off x="1079996" y="5261733"/>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13E5A8FD-B0E5-E945-A312-AABA78752EFF}"/>
              </a:ext>
            </a:extLst>
          </p:cNvPr>
          <p:cNvSpPr>
            <a:spLocks noGrp="1"/>
          </p:cNvSpPr>
          <p:nvPr>
            <p:ph type="body" sz="quarter" idx="16" hasCustomPrompt="1"/>
          </p:nvPr>
        </p:nvSpPr>
        <p:spPr>
          <a:xfrm>
            <a:off x="1079998" y="4937640"/>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4" name="Text Placeholder 7">
            <a:extLst>
              <a:ext uri="{FF2B5EF4-FFF2-40B4-BE49-F238E27FC236}">
                <a16:creationId xmlns:a16="http://schemas.microsoft.com/office/drawing/2014/main" id="{B0C5699A-28DA-F842-8606-5C140546ABDE}"/>
              </a:ext>
            </a:extLst>
          </p:cNvPr>
          <p:cNvSpPr>
            <a:spLocks noGrp="1"/>
          </p:cNvSpPr>
          <p:nvPr>
            <p:ph type="body" sz="quarter" idx="21" hasCustomPrompt="1"/>
          </p:nvPr>
        </p:nvSpPr>
        <p:spPr>
          <a:xfrm>
            <a:off x="4615200" y="5261169"/>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5" name="Text Placeholder 7">
            <a:extLst>
              <a:ext uri="{FF2B5EF4-FFF2-40B4-BE49-F238E27FC236}">
                <a16:creationId xmlns:a16="http://schemas.microsoft.com/office/drawing/2014/main" id="{43F062A2-1692-5747-910B-FA209A37CA99}"/>
              </a:ext>
            </a:extLst>
          </p:cNvPr>
          <p:cNvSpPr>
            <a:spLocks noGrp="1"/>
          </p:cNvSpPr>
          <p:nvPr>
            <p:ph type="body" sz="quarter" idx="22" hasCustomPrompt="1"/>
          </p:nvPr>
        </p:nvSpPr>
        <p:spPr>
          <a:xfrm>
            <a:off x="4615200" y="493707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6" name="Text Placeholder 7">
            <a:extLst>
              <a:ext uri="{FF2B5EF4-FFF2-40B4-BE49-F238E27FC236}">
                <a16:creationId xmlns:a16="http://schemas.microsoft.com/office/drawing/2014/main" id="{F8BF1F28-5A24-6B4A-9F2D-9905A3990357}"/>
              </a:ext>
            </a:extLst>
          </p:cNvPr>
          <p:cNvSpPr>
            <a:spLocks noGrp="1"/>
          </p:cNvSpPr>
          <p:nvPr>
            <p:ph type="body" sz="quarter" idx="27" hasCustomPrompt="1"/>
          </p:nvPr>
        </p:nvSpPr>
        <p:spPr>
          <a:xfrm>
            <a:off x="8150400" y="5261169"/>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7" name="Text Placeholder 7">
            <a:extLst>
              <a:ext uri="{FF2B5EF4-FFF2-40B4-BE49-F238E27FC236}">
                <a16:creationId xmlns:a16="http://schemas.microsoft.com/office/drawing/2014/main" id="{03FC7794-AB50-C245-B1FD-C784B1382D56}"/>
              </a:ext>
            </a:extLst>
          </p:cNvPr>
          <p:cNvSpPr>
            <a:spLocks noGrp="1"/>
          </p:cNvSpPr>
          <p:nvPr>
            <p:ph type="body" sz="quarter" idx="28" hasCustomPrompt="1"/>
          </p:nvPr>
        </p:nvSpPr>
        <p:spPr>
          <a:xfrm>
            <a:off x="8150400" y="493707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8" name="Text Placeholder 7">
            <a:extLst>
              <a:ext uri="{FF2B5EF4-FFF2-40B4-BE49-F238E27FC236}">
                <a16:creationId xmlns:a16="http://schemas.microsoft.com/office/drawing/2014/main" id="{B1CA8CB7-F17B-1B42-95B1-7A9A72C2146F}"/>
              </a:ext>
            </a:extLst>
          </p:cNvPr>
          <p:cNvSpPr>
            <a:spLocks noGrp="1"/>
          </p:cNvSpPr>
          <p:nvPr>
            <p:ph type="body" sz="quarter" idx="31" hasCustomPrompt="1"/>
          </p:nvPr>
        </p:nvSpPr>
        <p:spPr>
          <a:xfrm>
            <a:off x="1079998" y="4516763"/>
            <a:ext cx="2959200" cy="395869"/>
          </a:xfrm>
          <a:prstGeom prst="rect">
            <a:avLst/>
          </a:prstGeom>
        </p:spPr>
        <p:txBody>
          <a:bodyPr tIns="72000" anchor="t">
            <a:spAutoFit/>
          </a:bodyPr>
          <a:lstStyle>
            <a:lvl1pPr marL="0" indent="0">
              <a:lnSpc>
                <a:spcPct val="100000"/>
              </a:lnSpc>
              <a:buNone/>
              <a:defRPr sz="1800" b="1" i="0">
                <a:solidFill>
                  <a:srgbClr val="00DBA9"/>
                </a:solidFill>
                <a:latin typeface="Equip Extended" panose="02000503030000020004" pitchFamily="2" charset="77"/>
              </a:defRPr>
            </a:lvl1pPr>
          </a:lstStyle>
          <a:p>
            <a:pPr lvl="0"/>
            <a:r>
              <a:rPr lang="en-GB"/>
              <a:t>01</a:t>
            </a:r>
          </a:p>
        </p:txBody>
      </p:sp>
      <p:sp>
        <p:nvSpPr>
          <p:cNvPr id="19" name="Text Placeholder 7">
            <a:extLst>
              <a:ext uri="{FF2B5EF4-FFF2-40B4-BE49-F238E27FC236}">
                <a16:creationId xmlns:a16="http://schemas.microsoft.com/office/drawing/2014/main" id="{FBA5EBC6-1AA3-0144-957B-06BDCA02A02C}"/>
              </a:ext>
            </a:extLst>
          </p:cNvPr>
          <p:cNvSpPr>
            <a:spLocks noGrp="1"/>
          </p:cNvSpPr>
          <p:nvPr>
            <p:ph type="body" sz="quarter" idx="32" hasCustomPrompt="1"/>
          </p:nvPr>
        </p:nvSpPr>
        <p:spPr>
          <a:xfrm>
            <a:off x="4615200" y="4516763"/>
            <a:ext cx="2959200" cy="395869"/>
          </a:xfrm>
          <a:prstGeom prst="rect">
            <a:avLst/>
          </a:prstGeom>
        </p:spPr>
        <p:txBody>
          <a:bodyPr tIns="72000" anchor="t">
            <a:spAutoFit/>
          </a:bodyPr>
          <a:lstStyle>
            <a:lvl1pPr marL="0" indent="0">
              <a:lnSpc>
                <a:spcPct val="100000"/>
              </a:lnSpc>
              <a:buNone/>
              <a:defRPr sz="1800" b="1" i="0">
                <a:solidFill>
                  <a:srgbClr val="00DBA9"/>
                </a:solidFill>
                <a:latin typeface="Equip Extended" panose="02000503030000020004" pitchFamily="2" charset="77"/>
              </a:defRPr>
            </a:lvl1pPr>
          </a:lstStyle>
          <a:p>
            <a:pPr lvl="0"/>
            <a:r>
              <a:rPr lang="en-GB"/>
              <a:t>02</a:t>
            </a:r>
          </a:p>
        </p:txBody>
      </p:sp>
      <p:sp>
        <p:nvSpPr>
          <p:cNvPr id="20" name="Text Placeholder 7">
            <a:extLst>
              <a:ext uri="{FF2B5EF4-FFF2-40B4-BE49-F238E27FC236}">
                <a16:creationId xmlns:a16="http://schemas.microsoft.com/office/drawing/2014/main" id="{CDD53BAA-D440-C94E-B2A1-B78B1087BE82}"/>
              </a:ext>
            </a:extLst>
          </p:cNvPr>
          <p:cNvSpPr>
            <a:spLocks noGrp="1"/>
          </p:cNvSpPr>
          <p:nvPr>
            <p:ph type="body" sz="quarter" idx="33" hasCustomPrompt="1"/>
          </p:nvPr>
        </p:nvSpPr>
        <p:spPr>
          <a:xfrm>
            <a:off x="8150400" y="4516763"/>
            <a:ext cx="2959200" cy="395869"/>
          </a:xfrm>
          <a:prstGeom prst="rect">
            <a:avLst/>
          </a:prstGeom>
        </p:spPr>
        <p:txBody>
          <a:bodyPr tIns="72000" anchor="t">
            <a:spAutoFit/>
          </a:bodyPr>
          <a:lstStyle>
            <a:lvl1pPr marL="0" indent="0">
              <a:lnSpc>
                <a:spcPct val="100000"/>
              </a:lnSpc>
              <a:buNone/>
              <a:defRPr sz="1800" b="1" i="0">
                <a:solidFill>
                  <a:srgbClr val="00DBA9"/>
                </a:solidFill>
                <a:latin typeface="Equip Extended" panose="02000503030000020004" pitchFamily="2" charset="77"/>
              </a:defRPr>
            </a:lvl1pPr>
          </a:lstStyle>
          <a:p>
            <a:pPr lvl="0"/>
            <a:r>
              <a:rPr lang="en-GB"/>
              <a:t>03</a:t>
            </a:r>
          </a:p>
        </p:txBody>
      </p:sp>
      <p:sp>
        <p:nvSpPr>
          <p:cNvPr id="22" name="Content Placeholder 5">
            <a:extLst>
              <a:ext uri="{FF2B5EF4-FFF2-40B4-BE49-F238E27FC236}">
                <a16:creationId xmlns:a16="http://schemas.microsoft.com/office/drawing/2014/main" id="{B221D190-DA82-8C40-A021-F49C1BA940D0}"/>
              </a:ext>
            </a:extLst>
          </p:cNvPr>
          <p:cNvSpPr>
            <a:spLocks noGrp="1"/>
          </p:cNvSpPr>
          <p:nvPr>
            <p:ph sz="quarter" idx="11"/>
          </p:nvPr>
        </p:nvSpPr>
        <p:spPr>
          <a:xfrm>
            <a:off x="1079996" y="1605300"/>
            <a:ext cx="10029604" cy="260280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Tree>
    <p:extLst>
      <p:ext uri="{BB962C8B-B14F-4D97-AF65-F5344CB8AC3E}">
        <p14:creationId xmlns:p14="http://schemas.microsoft.com/office/powerpoint/2010/main" val="1106818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6_text in 2 column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6" name="Content Placeholder 5">
            <a:extLst>
              <a:ext uri="{FF2B5EF4-FFF2-40B4-BE49-F238E27FC236}">
                <a16:creationId xmlns:a16="http://schemas.microsoft.com/office/drawing/2014/main" id="{BB690711-A8AD-C64F-99C3-28967A35020C}"/>
              </a:ext>
            </a:extLst>
          </p:cNvPr>
          <p:cNvSpPr>
            <a:spLocks noGrp="1"/>
          </p:cNvSpPr>
          <p:nvPr>
            <p:ph sz="quarter" idx="11"/>
          </p:nvPr>
        </p:nvSpPr>
        <p:spPr>
          <a:xfrm>
            <a:off x="626400" y="1602250"/>
            <a:ext cx="5065200" cy="386615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12" name="Content Placeholder 5">
            <a:extLst>
              <a:ext uri="{FF2B5EF4-FFF2-40B4-BE49-F238E27FC236}">
                <a16:creationId xmlns:a16="http://schemas.microsoft.com/office/drawing/2014/main" id="{ECAA6B25-0AAB-1848-A90A-94903A69A56F}"/>
              </a:ext>
            </a:extLst>
          </p:cNvPr>
          <p:cNvSpPr>
            <a:spLocks noGrp="1"/>
          </p:cNvSpPr>
          <p:nvPr>
            <p:ph sz="quarter" idx="30"/>
          </p:nvPr>
        </p:nvSpPr>
        <p:spPr>
          <a:xfrm>
            <a:off x="6411600" y="1602250"/>
            <a:ext cx="5065200" cy="386640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14" name="Text Placeholder 7">
            <a:extLst>
              <a:ext uri="{FF2B5EF4-FFF2-40B4-BE49-F238E27FC236}">
                <a16:creationId xmlns:a16="http://schemas.microsoft.com/office/drawing/2014/main" id="{04E5114A-A862-B140-9B54-72F0C4AD521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5" name="Title 1">
            <a:extLst>
              <a:ext uri="{FF2B5EF4-FFF2-40B4-BE49-F238E27FC236}">
                <a16:creationId xmlns:a16="http://schemas.microsoft.com/office/drawing/2014/main" id="{31BA360A-D6E3-4147-BF41-108A0977E237}"/>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6" name="Text Placeholder 7">
            <a:extLst>
              <a:ext uri="{FF2B5EF4-FFF2-40B4-BE49-F238E27FC236}">
                <a16:creationId xmlns:a16="http://schemas.microsoft.com/office/drawing/2014/main" id="{CC8980E1-F990-A948-B8EE-D64D6FDADD7D}"/>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273657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7_text or graph in right column">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0" name="Text Placeholder 7">
            <a:extLst>
              <a:ext uri="{FF2B5EF4-FFF2-40B4-BE49-F238E27FC236}">
                <a16:creationId xmlns:a16="http://schemas.microsoft.com/office/drawing/2014/main" id="{7349E908-A4CA-7D44-A358-C5A13A5E120B}"/>
              </a:ext>
            </a:extLst>
          </p:cNvPr>
          <p:cNvSpPr>
            <a:spLocks noGrp="1"/>
          </p:cNvSpPr>
          <p:nvPr>
            <p:ph type="body" sz="quarter" idx="10" hasCustomPrompt="1"/>
          </p:nvPr>
        </p:nvSpPr>
        <p:spPr>
          <a:xfrm>
            <a:off x="639385" y="5876515"/>
            <a:ext cx="10854585"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2" name="Content Placeholder 5">
            <a:extLst>
              <a:ext uri="{FF2B5EF4-FFF2-40B4-BE49-F238E27FC236}">
                <a16:creationId xmlns:a16="http://schemas.microsoft.com/office/drawing/2014/main" id="{ECAA6B25-0AAB-1848-A90A-94903A69A56F}"/>
              </a:ext>
            </a:extLst>
          </p:cNvPr>
          <p:cNvSpPr>
            <a:spLocks noGrp="1"/>
          </p:cNvSpPr>
          <p:nvPr>
            <p:ph sz="quarter" idx="30"/>
          </p:nvPr>
        </p:nvSpPr>
        <p:spPr>
          <a:xfrm>
            <a:off x="5691598" y="1602250"/>
            <a:ext cx="5785202" cy="4073968"/>
          </a:xfrm>
        </p:spPr>
        <p:txBody>
          <a:bodyPr/>
          <a:lstStyle>
            <a:lvl1pPr>
              <a:defRPr>
                <a:solidFill>
                  <a:srgbClr val="060320"/>
                </a:solidFill>
              </a:defRPr>
            </a:lvl1pPr>
            <a:lvl2pPr>
              <a:defRPr>
                <a:solidFill>
                  <a:srgbClr val="060320"/>
                </a:solidFill>
              </a:defRPr>
            </a:lvl2pPr>
            <a:lvl3pPr>
              <a:defRPr>
                <a:solidFill>
                  <a:srgbClr val="060320"/>
                </a:solidFill>
              </a:defRPr>
            </a:lvl3pPr>
            <a:lvl4pPr>
              <a:defRPr>
                <a:solidFill>
                  <a:srgbClr val="060320"/>
                </a:solidFill>
              </a:defRPr>
            </a:lvl4pPr>
            <a:lvl5pPr>
              <a:defRPr>
                <a:solidFill>
                  <a:srgbClr val="06032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11" name="Text Placeholder 7">
            <a:extLst>
              <a:ext uri="{FF2B5EF4-FFF2-40B4-BE49-F238E27FC236}">
                <a16:creationId xmlns:a16="http://schemas.microsoft.com/office/drawing/2014/main" id="{66580AB3-FB14-6946-8D8A-0DAE43903496}"/>
              </a:ext>
            </a:extLst>
          </p:cNvPr>
          <p:cNvSpPr>
            <a:spLocks noGrp="1"/>
          </p:cNvSpPr>
          <p:nvPr>
            <p:ph type="body" sz="quarter" idx="31" hasCustomPrompt="1"/>
          </p:nvPr>
        </p:nvSpPr>
        <p:spPr>
          <a:xfrm>
            <a:off x="622214" y="1602249"/>
            <a:ext cx="4330800" cy="395869"/>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800" b="0" i="0">
                <a:solidFill>
                  <a:schemeClr val="tx2"/>
                </a:solidFill>
                <a:latin typeface="Equip Extended" panose="02000503030000020004" pitchFamily="2" charset="77"/>
              </a:defRPr>
            </a:lvl1pPr>
          </a:lstStyle>
          <a:p>
            <a:pPr lvl="0"/>
            <a:r>
              <a:rPr lang="en-GB"/>
              <a:t>Edit description</a:t>
            </a:r>
          </a:p>
        </p:txBody>
      </p:sp>
      <p:sp>
        <p:nvSpPr>
          <p:cNvPr id="13" name="Title 1">
            <a:extLst>
              <a:ext uri="{FF2B5EF4-FFF2-40B4-BE49-F238E27FC236}">
                <a16:creationId xmlns:a16="http://schemas.microsoft.com/office/drawing/2014/main" id="{0BF60238-E321-3549-A8C0-EE0D527935C3}"/>
              </a:ext>
            </a:extLst>
          </p:cNvPr>
          <p:cNvSpPr>
            <a:spLocks noGrp="1"/>
          </p:cNvSpPr>
          <p:nvPr>
            <p:ph type="title" hasCustomPrompt="1"/>
          </p:nvPr>
        </p:nvSpPr>
        <p:spPr>
          <a:xfrm>
            <a:off x="626399" y="481125"/>
            <a:ext cx="43308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4" name="Text Placeholder 7">
            <a:extLst>
              <a:ext uri="{FF2B5EF4-FFF2-40B4-BE49-F238E27FC236}">
                <a16:creationId xmlns:a16="http://schemas.microsoft.com/office/drawing/2014/main" id="{4E29A3D6-AE35-E54C-926B-EFDDDE811835}"/>
              </a:ext>
            </a:extLst>
          </p:cNvPr>
          <p:cNvSpPr>
            <a:spLocks noGrp="1"/>
          </p:cNvSpPr>
          <p:nvPr>
            <p:ph type="body" sz="quarter" idx="29" hasCustomPrompt="1"/>
          </p:nvPr>
        </p:nvSpPr>
        <p:spPr>
          <a:xfrm>
            <a:off x="626401" y="930188"/>
            <a:ext cx="43308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229445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8_Paragraph 3 Columns">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9" name="Text Placeholder 7">
            <a:extLst>
              <a:ext uri="{FF2B5EF4-FFF2-40B4-BE49-F238E27FC236}">
                <a16:creationId xmlns:a16="http://schemas.microsoft.com/office/drawing/2014/main" id="{FFFBB409-1DFD-1441-8895-D381848D5ABE}"/>
              </a:ext>
            </a:extLst>
          </p:cNvPr>
          <p:cNvSpPr>
            <a:spLocks noGrp="1"/>
          </p:cNvSpPr>
          <p:nvPr>
            <p:ph type="body" sz="quarter" idx="31" hasCustomPrompt="1"/>
          </p:nvPr>
        </p:nvSpPr>
        <p:spPr>
          <a:xfrm>
            <a:off x="622215" y="2153050"/>
            <a:ext cx="10181386" cy="2150195"/>
          </a:xfrm>
          <a:prstGeom prst="rect">
            <a:avLst/>
          </a:prstGeom>
        </p:spPr>
        <p:txBody>
          <a:bodyPr wrap="square" tIns="72000" numCol="3" spcCol="720000" anchor="t">
            <a:spAutoFit/>
          </a:bodyPr>
          <a:lstStyle>
            <a:lvl1pPr marL="0" indent="0">
              <a:lnSpc>
                <a:spcPct val="100000"/>
              </a:lnSpc>
              <a:buFont typeface="+mj-lt"/>
              <a:buNone/>
              <a:defRPr sz="1200" b="0" i="0">
                <a:solidFill>
                  <a:schemeClr val="tx2"/>
                </a:solidFill>
                <a:latin typeface="Equip Light" panose="02000503000000020004" pitchFamily="2" charset="77"/>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magna </a:t>
            </a:r>
            <a:r>
              <a:rPr lang="en-GB" err="1"/>
              <a:t>aliqua</a:t>
            </a:r>
            <a:r>
              <a:rPr lang="en-GB"/>
              <a:t>. </a:t>
            </a:r>
            <a:r>
              <a:rPr lang="en-GB" err="1"/>
              <a:t>Risus</a:t>
            </a:r>
            <a:r>
              <a:rPr lang="en-GB"/>
              <a:t> </a:t>
            </a:r>
            <a:r>
              <a:rPr lang="en-GB" err="1"/>
              <a:t>feugiat</a:t>
            </a:r>
            <a:r>
              <a:rPr lang="en-GB"/>
              <a:t> in ante </a:t>
            </a:r>
            <a:r>
              <a:rPr lang="en-GB" err="1"/>
              <a:t>metus</a:t>
            </a:r>
            <a:r>
              <a:rPr lang="en-GB"/>
              <a:t> dictum. </a:t>
            </a:r>
            <a:r>
              <a:rPr lang="en-GB" err="1"/>
              <a:t>Tincidunt</a:t>
            </a:r>
            <a:r>
              <a:rPr lang="en-GB"/>
              <a:t> </a:t>
            </a:r>
            <a:r>
              <a:rPr lang="en-GB" err="1"/>
              <a:t>praesent</a:t>
            </a:r>
            <a:r>
              <a:rPr lang="en-GB"/>
              <a:t> semper </a:t>
            </a:r>
            <a:r>
              <a:rPr lang="en-GB" err="1"/>
              <a:t>feugiat</a:t>
            </a:r>
            <a:r>
              <a:rPr lang="en-GB"/>
              <a:t> </a:t>
            </a:r>
            <a:r>
              <a:rPr lang="en-GB" err="1"/>
              <a:t>nibh</a:t>
            </a:r>
            <a:r>
              <a:rPr lang="en-GB"/>
              <a:t>  </a:t>
            </a:r>
            <a:r>
              <a:rPr lang="en-GB" err="1"/>
              <a:t>sed</a:t>
            </a:r>
            <a:r>
              <a:rPr lang="en-GB"/>
              <a:t> pulvinar. Proin libero </a:t>
            </a:r>
            <a:r>
              <a:rPr lang="en-GB" err="1"/>
              <a:t>nunc</a:t>
            </a:r>
            <a:r>
              <a:rPr lang="en-GB"/>
              <a:t> </a:t>
            </a:r>
            <a:r>
              <a:rPr lang="en-GB" err="1"/>
              <a:t>consequat</a:t>
            </a:r>
            <a:r>
              <a:rPr lang="en-GB"/>
              <a:t> </a:t>
            </a:r>
            <a:r>
              <a:rPr lang="en-GB" err="1"/>
              <a:t>interdum</a:t>
            </a:r>
            <a:r>
              <a:rPr lang="en-GB"/>
              <a:t> </a:t>
            </a:r>
            <a:r>
              <a:rPr lang="en-GB" err="1"/>
              <a:t>varius</a:t>
            </a:r>
            <a:r>
              <a:rPr lang="en-GB"/>
              <a:t> sit </a:t>
            </a:r>
            <a:r>
              <a:rPr lang="en-GB" err="1"/>
              <a:t>amet</a:t>
            </a:r>
            <a:r>
              <a:rPr lang="en-GB"/>
              <a:t>. </a:t>
            </a:r>
            <a:r>
              <a:rPr lang="en-GB" err="1"/>
              <a:t>Sagittis</a:t>
            </a:r>
            <a:r>
              <a:rPr lang="en-GB"/>
              <a:t> id </a:t>
            </a:r>
            <a:r>
              <a:rPr lang="en-GB" err="1"/>
              <a:t>consectetur</a:t>
            </a:r>
            <a:r>
              <a:rPr lang="en-GB"/>
              <a:t> </a:t>
            </a:r>
            <a:r>
              <a:rPr lang="en-GB" err="1"/>
              <a:t>purus</a:t>
            </a:r>
            <a:r>
              <a:rPr lang="en-GB"/>
              <a:t> </a:t>
            </a:r>
            <a:r>
              <a:rPr lang="en-GB" err="1"/>
              <a:t>ut.</a:t>
            </a:r>
            <a:r>
              <a:rPr lang="en-GB"/>
              <a:t> </a:t>
            </a:r>
            <a:r>
              <a:rPr lang="en-GB" err="1"/>
              <a:t>Aliquam</a:t>
            </a:r>
            <a:r>
              <a:rPr lang="en-GB"/>
              <a:t> </a:t>
            </a:r>
            <a:r>
              <a:rPr lang="en-GB" err="1"/>
              <a:t>faucibus</a:t>
            </a:r>
            <a:r>
              <a:rPr lang="en-GB"/>
              <a:t> </a:t>
            </a:r>
            <a:r>
              <a:rPr lang="en-GB" err="1"/>
              <a:t>purus</a:t>
            </a:r>
            <a:r>
              <a:rPr lang="en-GB"/>
              <a:t> in </a:t>
            </a:r>
            <a:r>
              <a:rPr lang="en-GB" err="1"/>
              <a:t>massa</a:t>
            </a:r>
            <a:r>
              <a:rPr lang="en-GB"/>
              <a:t> </a:t>
            </a:r>
            <a:r>
              <a:rPr lang="en-GB" err="1"/>
              <a:t>tempor</a:t>
            </a:r>
            <a:r>
              <a:rPr lang="en-GB"/>
              <a:t> </a:t>
            </a:r>
            <a:r>
              <a:rPr lang="en-GB" err="1"/>
              <a:t>nec</a:t>
            </a:r>
            <a:r>
              <a:rPr lang="en-GB"/>
              <a:t> feu </a:t>
            </a:r>
            <a:r>
              <a:rPr lang="en-GB" err="1"/>
              <a:t>giat</a:t>
            </a:r>
            <a:r>
              <a:rPr lang="en-GB"/>
              <a:t> </a:t>
            </a:r>
            <a:r>
              <a:rPr lang="en-GB" err="1"/>
              <a:t>nisl</a:t>
            </a:r>
            <a:r>
              <a:rPr lang="en-GB"/>
              <a:t> </a:t>
            </a:r>
            <a:r>
              <a:rPr lang="en-GB" err="1"/>
              <a:t>pretium</a:t>
            </a:r>
            <a:r>
              <a:rPr lang="en-GB"/>
              <a:t>. </a:t>
            </a:r>
            <a:r>
              <a:rPr lang="en-GB" err="1"/>
              <a:t>Tempor</a:t>
            </a:r>
            <a:r>
              <a:rPr lang="en-GB"/>
              <a:t> </a:t>
            </a:r>
            <a:r>
              <a:rPr lang="en-GB" err="1"/>
              <a:t>commodo</a:t>
            </a:r>
            <a:r>
              <a:rPr lang="en-GB"/>
              <a:t> </a:t>
            </a:r>
            <a:r>
              <a:rPr lang="en-GB" err="1"/>
              <a:t>ullam</a:t>
            </a:r>
            <a:r>
              <a:rPr lang="en-GB"/>
              <a:t> </a:t>
            </a:r>
            <a:r>
              <a:rPr lang="en-GB" err="1"/>
              <a:t>corper</a:t>
            </a:r>
            <a:r>
              <a:rPr lang="en-GB"/>
              <a:t> a </a:t>
            </a:r>
            <a:r>
              <a:rPr lang="en-GB" err="1"/>
              <a:t>lacus</a:t>
            </a:r>
            <a:r>
              <a:rPr lang="en-GB"/>
              <a:t> vestibulum. Semper </a:t>
            </a:r>
            <a:r>
              <a:rPr lang="en-GB" err="1"/>
              <a:t>risus</a:t>
            </a:r>
            <a:r>
              <a:rPr lang="en-GB"/>
              <a:t> in </a:t>
            </a:r>
            <a:r>
              <a:rPr lang="en-GB" err="1"/>
              <a:t>hendrerit</a:t>
            </a:r>
            <a:r>
              <a:rPr lang="en-GB"/>
              <a:t> gravida </a:t>
            </a:r>
            <a:r>
              <a:rPr lang="en-GB" err="1"/>
              <a:t>rutrum</a:t>
            </a:r>
            <a:r>
              <a:rPr lang="en-GB"/>
              <a:t>. </a:t>
            </a:r>
            <a:r>
              <a:rPr lang="en-GB" err="1"/>
              <a:t>Imperdiet</a:t>
            </a:r>
            <a:r>
              <a:rPr lang="en-GB"/>
              <a:t> </a:t>
            </a:r>
            <a:r>
              <a:rPr lang="en-GB" err="1"/>
              <a:t>massa</a:t>
            </a:r>
            <a:r>
              <a:rPr lang="en-GB"/>
              <a:t> </a:t>
            </a:r>
            <a:r>
              <a:rPr lang="en-GB" err="1"/>
              <a:t>tincidunt</a:t>
            </a:r>
            <a:r>
              <a:rPr lang="en-GB"/>
              <a:t> </a:t>
            </a:r>
            <a:r>
              <a:rPr lang="en-GB" err="1"/>
              <a:t>nunc</a:t>
            </a:r>
            <a:r>
              <a:rPr lang="en-GB"/>
              <a:t> pulvinar </a:t>
            </a:r>
            <a:r>
              <a:rPr lang="en-GB" err="1"/>
              <a:t>sapien</a:t>
            </a:r>
            <a:r>
              <a:rPr lang="en-GB"/>
              <a:t> et ligula </a:t>
            </a:r>
            <a:r>
              <a:rPr lang="en-GB" err="1"/>
              <a:t>ullamcorper</a:t>
            </a:r>
            <a:r>
              <a:rPr lang="en-GB"/>
              <a:t> </a:t>
            </a:r>
            <a:r>
              <a:rPr lang="en-GB" err="1"/>
              <a:t>malesuada</a:t>
            </a:r>
            <a:r>
              <a:rPr lang="en-GB"/>
              <a:t>.       Ac </a:t>
            </a:r>
            <a:r>
              <a:rPr lang="en-GB" err="1"/>
              <a:t>felis</a:t>
            </a:r>
            <a:r>
              <a:rPr lang="en-GB"/>
              <a:t> </a:t>
            </a:r>
            <a:r>
              <a:rPr lang="en-GB" err="1"/>
              <a:t>donec</a:t>
            </a:r>
            <a:r>
              <a:rPr lang="en-GB"/>
              <a:t> et </a:t>
            </a:r>
            <a:r>
              <a:rPr lang="en-GB" err="1"/>
              <a:t>odio</a:t>
            </a:r>
            <a:r>
              <a:rPr lang="en-GB"/>
              <a:t> </a:t>
            </a:r>
            <a:r>
              <a:rPr lang="en-GB" err="1"/>
              <a:t>pellentesque</a:t>
            </a:r>
            <a:r>
              <a:rPr lang="en-GB"/>
              <a:t> diam. In vitae </a:t>
            </a:r>
            <a:r>
              <a:rPr lang="en-GB" err="1"/>
              <a:t>turpis</a:t>
            </a:r>
            <a:r>
              <a:rPr lang="en-GB"/>
              <a:t> </a:t>
            </a:r>
            <a:r>
              <a:rPr lang="en-GB" err="1"/>
              <a:t>massa</a:t>
            </a:r>
            <a:r>
              <a:rPr lang="en-GB"/>
              <a:t> </a:t>
            </a:r>
            <a:r>
              <a:rPr lang="en-GB" err="1"/>
              <a:t>sed</a:t>
            </a:r>
            <a:r>
              <a:rPr lang="en-GB"/>
              <a:t> </a:t>
            </a:r>
            <a:r>
              <a:rPr lang="en-GB" err="1"/>
              <a:t>elementum</a:t>
            </a:r>
            <a:r>
              <a:rPr lang="en-GB"/>
              <a:t>. </a:t>
            </a:r>
            <a:r>
              <a:rPr lang="en-GB" err="1"/>
              <a:t>Imperdiet</a:t>
            </a:r>
            <a:r>
              <a:rPr lang="en-GB"/>
              <a:t> </a:t>
            </a:r>
            <a:r>
              <a:rPr lang="en-GB" err="1"/>
              <a:t>massa</a:t>
            </a:r>
            <a:r>
              <a:rPr lang="en-GB"/>
              <a:t> </a:t>
            </a:r>
            <a:r>
              <a:rPr lang="en-GB" err="1"/>
              <a:t>tincidunt</a:t>
            </a:r>
            <a:r>
              <a:rPr lang="en-GB"/>
              <a:t> </a:t>
            </a:r>
            <a:r>
              <a:rPr lang="en-GB" err="1"/>
              <a:t>nunc</a:t>
            </a:r>
            <a:r>
              <a:rPr lang="en-GB"/>
              <a:t> pulvinar </a:t>
            </a:r>
            <a:r>
              <a:rPr lang="en-GB" err="1"/>
              <a:t>sapien</a:t>
            </a:r>
            <a:r>
              <a:rPr lang="en-GB"/>
              <a:t> et ligula. Et </a:t>
            </a:r>
            <a:r>
              <a:rPr lang="en-GB" err="1"/>
              <a:t>tortor</a:t>
            </a:r>
            <a:r>
              <a:rPr lang="en-GB"/>
              <a:t> at </a:t>
            </a:r>
            <a:r>
              <a:rPr lang="en-GB" err="1"/>
              <a:t>risus</a:t>
            </a:r>
            <a:r>
              <a:rPr lang="en-GB"/>
              <a:t> </a:t>
            </a:r>
            <a:r>
              <a:rPr lang="en-GB" err="1"/>
              <a:t>viverra</a:t>
            </a:r>
            <a:r>
              <a:rPr lang="en-GB"/>
              <a:t> </a:t>
            </a:r>
            <a:r>
              <a:rPr lang="en-GB" err="1"/>
              <a:t>adipiscing</a:t>
            </a:r>
            <a:r>
              <a:rPr lang="en-GB"/>
              <a:t> at in. Cursus </a:t>
            </a:r>
            <a:r>
              <a:rPr lang="en-GB" err="1"/>
              <a:t>risus</a:t>
            </a:r>
            <a:r>
              <a:rPr lang="en-GB"/>
              <a:t> at </a:t>
            </a:r>
            <a:r>
              <a:rPr lang="en-GB" err="1"/>
              <a:t>ultrices</a:t>
            </a:r>
            <a:r>
              <a:rPr lang="en-GB"/>
              <a:t> mi tempus </a:t>
            </a:r>
            <a:r>
              <a:rPr lang="en-GB" err="1"/>
              <a:t>imperdiet</a:t>
            </a:r>
            <a:r>
              <a:rPr lang="en-GB"/>
              <a:t> </a:t>
            </a:r>
            <a:r>
              <a:rPr lang="en-GB" err="1"/>
              <a:t>nulla</a:t>
            </a:r>
            <a:r>
              <a:rPr lang="en-GB"/>
              <a:t> </a:t>
            </a:r>
            <a:r>
              <a:rPr lang="en-GB" err="1"/>
              <a:t>malesuada</a:t>
            </a:r>
            <a:r>
              <a:rPr lang="en-GB"/>
              <a:t>. At </a:t>
            </a:r>
            <a:r>
              <a:rPr lang="en-GB" err="1"/>
              <a:t>ultrices</a:t>
            </a:r>
            <a:r>
              <a:rPr lang="en-GB"/>
              <a:t> mi tempus </a:t>
            </a:r>
            <a:r>
              <a:rPr lang="en-GB" err="1"/>
              <a:t>imperdiet</a:t>
            </a:r>
            <a:r>
              <a:rPr lang="en-GB"/>
              <a:t> </a:t>
            </a:r>
            <a:r>
              <a:rPr lang="en-GB" err="1"/>
              <a:t>nulla</a:t>
            </a:r>
            <a:r>
              <a:rPr lang="en-GB"/>
              <a:t> </a:t>
            </a:r>
            <a:r>
              <a:rPr lang="en-GB" err="1"/>
              <a:t>malesuada</a:t>
            </a:r>
            <a:r>
              <a:rPr lang="en-GB"/>
              <a:t> </a:t>
            </a:r>
            <a:r>
              <a:rPr lang="en-GB" err="1"/>
              <a:t>pellentesque</a:t>
            </a:r>
            <a:r>
              <a:rPr lang="en-GB"/>
              <a:t> </a:t>
            </a:r>
            <a:r>
              <a:rPr lang="en-GB" err="1"/>
              <a:t>elit</a:t>
            </a:r>
            <a:r>
              <a:rPr lang="en-GB"/>
              <a:t>. Nunc </a:t>
            </a:r>
            <a:r>
              <a:rPr lang="en-GB" err="1"/>
              <a:t>vel</a:t>
            </a:r>
            <a:r>
              <a:rPr lang="en-GB"/>
              <a:t> </a:t>
            </a:r>
            <a:r>
              <a:rPr lang="en-GB" err="1"/>
              <a:t>risus</a:t>
            </a:r>
            <a:r>
              <a:rPr lang="en-GB"/>
              <a:t> </a:t>
            </a:r>
            <a:r>
              <a:rPr lang="en-GB" err="1"/>
              <a:t>commodo</a:t>
            </a:r>
            <a:r>
              <a:rPr lang="en-GB"/>
              <a:t> </a:t>
            </a:r>
            <a:r>
              <a:rPr lang="en-GB" err="1"/>
              <a:t>viverra</a:t>
            </a:r>
            <a:r>
              <a:rPr lang="en-GB"/>
              <a:t> </a:t>
            </a:r>
            <a:r>
              <a:rPr lang="en-GB" err="1"/>
              <a:t>maecenas</a:t>
            </a:r>
            <a:r>
              <a:rPr lang="en-GB"/>
              <a:t>.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duis</a:t>
            </a:r>
            <a:r>
              <a:rPr lang="en-GB"/>
              <a:t>. </a:t>
            </a:r>
          </a:p>
        </p:txBody>
      </p:sp>
      <p:sp>
        <p:nvSpPr>
          <p:cNvPr id="24" name="Text Placeholder 22">
            <a:extLst>
              <a:ext uri="{FF2B5EF4-FFF2-40B4-BE49-F238E27FC236}">
                <a16:creationId xmlns:a16="http://schemas.microsoft.com/office/drawing/2014/main" id="{D33787D1-5C01-9949-B9E7-8931AD3F5DE2}"/>
              </a:ext>
            </a:extLst>
          </p:cNvPr>
          <p:cNvSpPr>
            <a:spLocks noGrp="1"/>
          </p:cNvSpPr>
          <p:nvPr>
            <p:ph type="body" sz="quarter" idx="32" hasCustomPrompt="1"/>
          </p:nvPr>
        </p:nvSpPr>
        <p:spPr>
          <a:xfrm>
            <a:off x="622800" y="1752059"/>
            <a:ext cx="7200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paragraph headline</a:t>
            </a:r>
            <a:endParaRPr lang="en-PT"/>
          </a:p>
        </p:txBody>
      </p:sp>
      <p:sp>
        <p:nvSpPr>
          <p:cNvPr id="8" name="Text Placeholder 7">
            <a:extLst>
              <a:ext uri="{FF2B5EF4-FFF2-40B4-BE49-F238E27FC236}">
                <a16:creationId xmlns:a16="http://schemas.microsoft.com/office/drawing/2014/main" id="{2B194115-C80D-C847-B4D6-BB1148451F3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9" name="Title 1">
            <a:extLst>
              <a:ext uri="{FF2B5EF4-FFF2-40B4-BE49-F238E27FC236}">
                <a16:creationId xmlns:a16="http://schemas.microsoft.com/office/drawing/2014/main" id="{83B12B0E-64A0-4A44-8074-6B371F1CA061}"/>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3" name="Text Placeholder 7">
            <a:extLst>
              <a:ext uri="{FF2B5EF4-FFF2-40B4-BE49-F238E27FC236}">
                <a16:creationId xmlns:a16="http://schemas.microsoft.com/office/drawing/2014/main" id="{6DFF1715-6CAB-074C-AF7F-DDEDDADEBF78}"/>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883913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9_Bullet List 3 Columns">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9" name="Text Placeholder 7">
            <a:extLst>
              <a:ext uri="{FF2B5EF4-FFF2-40B4-BE49-F238E27FC236}">
                <a16:creationId xmlns:a16="http://schemas.microsoft.com/office/drawing/2014/main" id="{FFFBB409-1DFD-1441-8895-D381848D5ABE}"/>
              </a:ext>
            </a:extLst>
          </p:cNvPr>
          <p:cNvSpPr>
            <a:spLocks noGrp="1"/>
          </p:cNvSpPr>
          <p:nvPr>
            <p:ph type="body" sz="quarter" idx="31" hasCustomPrompt="1"/>
          </p:nvPr>
        </p:nvSpPr>
        <p:spPr>
          <a:xfrm>
            <a:off x="622215" y="2153050"/>
            <a:ext cx="3240000" cy="1242254"/>
          </a:xfrm>
          <a:prstGeom prst="rect">
            <a:avLst/>
          </a:prstGeom>
        </p:spPr>
        <p:txBody>
          <a:bodyPr wrap="square" tIns="72000" numCol="1" spcCol="720000" anchor="t">
            <a:spAutoFit/>
          </a:bodyPr>
          <a:lstStyle>
            <a:lvl1pPr marL="171450" indent="-171450">
              <a:lnSpc>
                <a:spcPct val="100000"/>
              </a:lnSpc>
              <a:buFont typeface="Arial" panose="020B0604020202020204" pitchFamily="34" charset="0"/>
              <a:buChar char="•"/>
              <a:defRPr sz="12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24" name="Text Placeholder 22">
            <a:extLst>
              <a:ext uri="{FF2B5EF4-FFF2-40B4-BE49-F238E27FC236}">
                <a16:creationId xmlns:a16="http://schemas.microsoft.com/office/drawing/2014/main" id="{D33787D1-5C01-9949-B9E7-8931AD3F5DE2}"/>
              </a:ext>
            </a:extLst>
          </p:cNvPr>
          <p:cNvSpPr>
            <a:spLocks noGrp="1"/>
          </p:cNvSpPr>
          <p:nvPr>
            <p:ph type="body" sz="quarter" idx="32" hasCustomPrompt="1"/>
          </p:nvPr>
        </p:nvSpPr>
        <p:spPr>
          <a:xfrm>
            <a:off x="622800" y="1752059"/>
            <a:ext cx="3240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bullet list header</a:t>
            </a:r>
            <a:endParaRPr lang="en-PT"/>
          </a:p>
        </p:txBody>
      </p:sp>
      <p:sp>
        <p:nvSpPr>
          <p:cNvPr id="15" name="Text Placeholder 7">
            <a:extLst>
              <a:ext uri="{FF2B5EF4-FFF2-40B4-BE49-F238E27FC236}">
                <a16:creationId xmlns:a16="http://schemas.microsoft.com/office/drawing/2014/main" id="{C78A7B21-04FA-5E4F-8490-D2EF92E9A416}"/>
              </a:ext>
            </a:extLst>
          </p:cNvPr>
          <p:cNvSpPr>
            <a:spLocks noGrp="1"/>
          </p:cNvSpPr>
          <p:nvPr>
            <p:ph type="body" sz="quarter" idx="33" hasCustomPrompt="1"/>
          </p:nvPr>
        </p:nvSpPr>
        <p:spPr>
          <a:xfrm>
            <a:off x="4438800" y="2153050"/>
            <a:ext cx="3240000" cy="1242254"/>
          </a:xfrm>
          <a:prstGeom prst="rect">
            <a:avLst/>
          </a:prstGeom>
        </p:spPr>
        <p:txBody>
          <a:bodyPr wrap="square" tIns="72000" numCol="1" spcCol="720000" anchor="t">
            <a:spAutoFit/>
          </a:bodyPr>
          <a:lstStyle>
            <a:lvl1pPr marL="171450" indent="-171450">
              <a:lnSpc>
                <a:spcPct val="100000"/>
              </a:lnSpc>
              <a:buFont typeface="Arial" panose="020B0604020202020204" pitchFamily="34" charset="0"/>
              <a:buChar char="•"/>
              <a:defRPr sz="12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16" name="Text Placeholder 22">
            <a:extLst>
              <a:ext uri="{FF2B5EF4-FFF2-40B4-BE49-F238E27FC236}">
                <a16:creationId xmlns:a16="http://schemas.microsoft.com/office/drawing/2014/main" id="{48B0615E-22A7-CC42-94FD-A7C37B867CC0}"/>
              </a:ext>
            </a:extLst>
          </p:cNvPr>
          <p:cNvSpPr>
            <a:spLocks noGrp="1"/>
          </p:cNvSpPr>
          <p:nvPr>
            <p:ph type="body" sz="quarter" idx="34" hasCustomPrompt="1"/>
          </p:nvPr>
        </p:nvSpPr>
        <p:spPr>
          <a:xfrm>
            <a:off x="4438800" y="1752059"/>
            <a:ext cx="3240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bullet list header</a:t>
            </a:r>
            <a:endParaRPr lang="en-PT"/>
          </a:p>
        </p:txBody>
      </p:sp>
      <p:sp>
        <p:nvSpPr>
          <p:cNvPr id="17" name="Text Placeholder 7">
            <a:extLst>
              <a:ext uri="{FF2B5EF4-FFF2-40B4-BE49-F238E27FC236}">
                <a16:creationId xmlns:a16="http://schemas.microsoft.com/office/drawing/2014/main" id="{49286076-D2CF-5340-9920-94D853FE7E4F}"/>
              </a:ext>
            </a:extLst>
          </p:cNvPr>
          <p:cNvSpPr>
            <a:spLocks noGrp="1"/>
          </p:cNvSpPr>
          <p:nvPr>
            <p:ph type="body" sz="quarter" idx="35" hasCustomPrompt="1"/>
          </p:nvPr>
        </p:nvSpPr>
        <p:spPr>
          <a:xfrm>
            <a:off x="8254800" y="2153050"/>
            <a:ext cx="3240000" cy="1242254"/>
          </a:xfrm>
          <a:prstGeom prst="rect">
            <a:avLst/>
          </a:prstGeom>
        </p:spPr>
        <p:txBody>
          <a:bodyPr wrap="square" tIns="72000" numCol="1" spcCol="720000" anchor="t">
            <a:spAutoFit/>
          </a:bodyPr>
          <a:lstStyle>
            <a:lvl1pPr marL="171450" indent="-171450">
              <a:lnSpc>
                <a:spcPct val="100000"/>
              </a:lnSpc>
              <a:buFont typeface="Arial" panose="020B0604020202020204" pitchFamily="34" charset="0"/>
              <a:buChar char="•"/>
              <a:defRPr sz="12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18" name="Text Placeholder 22">
            <a:extLst>
              <a:ext uri="{FF2B5EF4-FFF2-40B4-BE49-F238E27FC236}">
                <a16:creationId xmlns:a16="http://schemas.microsoft.com/office/drawing/2014/main" id="{3EBE9E55-0CC6-F44F-9807-4252D0830038}"/>
              </a:ext>
            </a:extLst>
          </p:cNvPr>
          <p:cNvSpPr>
            <a:spLocks noGrp="1"/>
          </p:cNvSpPr>
          <p:nvPr>
            <p:ph type="body" sz="quarter" idx="36" hasCustomPrompt="1"/>
          </p:nvPr>
        </p:nvSpPr>
        <p:spPr>
          <a:xfrm>
            <a:off x="8254800" y="1752059"/>
            <a:ext cx="3240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bullet list header</a:t>
            </a:r>
            <a:endParaRPr lang="en-PT"/>
          </a:p>
        </p:txBody>
      </p:sp>
      <p:sp>
        <p:nvSpPr>
          <p:cNvPr id="12" name="Text Placeholder 7">
            <a:extLst>
              <a:ext uri="{FF2B5EF4-FFF2-40B4-BE49-F238E27FC236}">
                <a16:creationId xmlns:a16="http://schemas.microsoft.com/office/drawing/2014/main" id="{9DE1E3AC-AA13-E348-B65E-35E523F0E538}"/>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3" name="Title 1">
            <a:extLst>
              <a:ext uri="{FF2B5EF4-FFF2-40B4-BE49-F238E27FC236}">
                <a16:creationId xmlns:a16="http://schemas.microsoft.com/office/drawing/2014/main" id="{153356B9-B028-0E49-830E-51F84F71E402}"/>
              </a:ext>
            </a:extLst>
          </p:cNvPr>
          <p:cNvSpPr>
            <a:spLocks noGrp="1"/>
          </p:cNvSpPr>
          <p:nvPr>
            <p:ph type="title" hasCustomPrompt="1"/>
          </p:nvPr>
        </p:nvSpPr>
        <p:spPr>
          <a:xfrm>
            <a:off x="626398" y="481125"/>
            <a:ext cx="7052399"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4" name="Text Placeholder 7">
            <a:extLst>
              <a:ext uri="{FF2B5EF4-FFF2-40B4-BE49-F238E27FC236}">
                <a16:creationId xmlns:a16="http://schemas.microsoft.com/office/drawing/2014/main" id="{F603DCFE-C6A9-1043-A346-81DA4F73B84C}"/>
              </a:ext>
            </a:extLst>
          </p:cNvPr>
          <p:cNvSpPr>
            <a:spLocks noGrp="1"/>
          </p:cNvSpPr>
          <p:nvPr>
            <p:ph type="body" sz="quarter" idx="29" hasCustomPrompt="1"/>
          </p:nvPr>
        </p:nvSpPr>
        <p:spPr>
          <a:xfrm>
            <a:off x="626401" y="930188"/>
            <a:ext cx="7052399"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025141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10_Bullet List 2 Columns">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9" name="Text Placeholder 7">
            <a:extLst>
              <a:ext uri="{FF2B5EF4-FFF2-40B4-BE49-F238E27FC236}">
                <a16:creationId xmlns:a16="http://schemas.microsoft.com/office/drawing/2014/main" id="{FFFBB409-1DFD-1441-8895-D381848D5ABE}"/>
              </a:ext>
            </a:extLst>
          </p:cNvPr>
          <p:cNvSpPr>
            <a:spLocks noGrp="1"/>
          </p:cNvSpPr>
          <p:nvPr>
            <p:ph type="body" sz="quarter" idx="31" hasCustomPrompt="1"/>
          </p:nvPr>
        </p:nvSpPr>
        <p:spPr>
          <a:xfrm>
            <a:off x="622215" y="2153053"/>
            <a:ext cx="5148000" cy="1242254"/>
          </a:xfrm>
          <a:prstGeom prst="rect">
            <a:avLst/>
          </a:prstGeom>
        </p:spPr>
        <p:txBody>
          <a:bodyPr wrap="square" tIns="72000" numCol="1" spcCol="720000" anchor="t">
            <a:spAutoFit/>
          </a:bodyPr>
          <a:lstStyle>
            <a:lvl1pPr marL="171450" indent="-171450">
              <a:lnSpc>
                <a:spcPct val="100000"/>
              </a:lnSpc>
              <a:buFont typeface="Arial" panose="020B0604020202020204" pitchFamily="34" charset="0"/>
              <a:buChar char="•"/>
              <a:defRPr sz="12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24" name="Text Placeholder 22">
            <a:extLst>
              <a:ext uri="{FF2B5EF4-FFF2-40B4-BE49-F238E27FC236}">
                <a16:creationId xmlns:a16="http://schemas.microsoft.com/office/drawing/2014/main" id="{D33787D1-5C01-9949-B9E7-8931AD3F5DE2}"/>
              </a:ext>
            </a:extLst>
          </p:cNvPr>
          <p:cNvSpPr>
            <a:spLocks noGrp="1"/>
          </p:cNvSpPr>
          <p:nvPr>
            <p:ph type="body" sz="quarter" idx="32" hasCustomPrompt="1"/>
          </p:nvPr>
        </p:nvSpPr>
        <p:spPr>
          <a:xfrm>
            <a:off x="622800" y="1752062"/>
            <a:ext cx="5148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bullet list header</a:t>
            </a:r>
            <a:endParaRPr lang="en-PT"/>
          </a:p>
        </p:txBody>
      </p:sp>
      <p:sp>
        <p:nvSpPr>
          <p:cNvPr id="15" name="Text Placeholder 7">
            <a:extLst>
              <a:ext uri="{FF2B5EF4-FFF2-40B4-BE49-F238E27FC236}">
                <a16:creationId xmlns:a16="http://schemas.microsoft.com/office/drawing/2014/main" id="{C78A7B21-04FA-5E4F-8490-D2EF92E9A416}"/>
              </a:ext>
            </a:extLst>
          </p:cNvPr>
          <p:cNvSpPr>
            <a:spLocks noGrp="1"/>
          </p:cNvSpPr>
          <p:nvPr>
            <p:ph type="body" sz="quarter" idx="33" hasCustomPrompt="1"/>
          </p:nvPr>
        </p:nvSpPr>
        <p:spPr>
          <a:xfrm>
            <a:off x="6346800" y="2153053"/>
            <a:ext cx="5148000" cy="1242254"/>
          </a:xfrm>
          <a:prstGeom prst="rect">
            <a:avLst/>
          </a:prstGeom>
        </p:spPr>
        <p:txBody>
          <a:bodyPr wrap="square" tIns="72000" numCol="1" spcCol="720000" anchor="t">
            <a:spAutoFit/>
          </a:bodyPr>
          <a:lstStyle>
            <a:lvl1pPr marL="171450" indent="-171450">
              <a:lnSpc>
                <a:spcPct val="100000"/>
              </a:lnSpc>
              <a:buFont typeface="Arial" panose="020B0604020202020204" pitchFamily="34" charset="0"/>
              <a:buChar char="•"/>
              <a:defRPr sz="12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16" name="Text Placeholder 22">
            <a:extLst>
              <a:ext uri="{FF2B5EF4-FFF2-40B4-BE49-F238E27FC236}">
                <a16:creationId xmlns:a16="http://schemas.microsoft.com/office/drawing/2014/main" id="{48B0615E-22A7-CC42-94FD-A7C37B867CC0}"/>
              </a:ext>
            </a:extLst>
          </p:cNvPr>
          <p:cNvSpPr>
            <a:spLocks noGrp="1"/>
          </p:cNvSpPr>
          <p:nvPr>
            <p:ph type="body" sz="quarter" idx="34" hasCustomPrompt="1"/>
          </p:nvPr>
        </p:nvSpPr>
        <p:spPr>
          <a:xfrm>
            <a:off x="6346800" y="1752062"/>
            <a:ext cx="5148000" cy="323165"/>
          </a:xfrm>
        </p:spPr>
        <p:txBody>
          <a:bodyPr wrap="square" anchor="b">
            <a:spAutoFit/>
          </a:bodyPr>
          <a:lstStyle>
            <a:lvl1pPr marL="0" indent="0">
              <a:lnSpc>
                <a:spcPct val="100000"/>
              </a:lnSpc>
              <a:buNone/>
              <a:defRPr sz="1500" b="1" i="0">
                <a:solidFill>
                  <a:schemeClr val="tx1"/>
                </a:solidFill>
                <a:latin typeface="Equip Extended" panose="02000503030000020004" pitchFamily="2" charset="77"/>
              </a:defRPr>
            </a:lvl1pPr>
          </a:lstStyle>
          <a:p>
            <a:r>
              <a:rPr lang="en-GB"/>
              <a:t>Edit bullet list header</a:t>
            </a:r>
            <a:endParaRPr lang="en-PT"/>
          </a:p>
        </p:txBody>
      </p:sp>
      <p:sp>
        <p:nvSpPr>
          <p:cNvPr id="11" name="Text Placeholder 7">
            <a:extLst>
              <a:ext uri="{FF2B5EF4-FFF2-40B4-BE49-F238E27FC236}">
                <a16:creationId xmlns:a16="http://schemas.microsoft.com/office/drawing/2014/main" id="{9CFAFAB4-3447-804B-87EA-0C0D570EDE3A}"/>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2" name="Title 1">
            <a:extLst>
              <a:ext uri="{FF2B5EF4-FFF2-40B4-BE49-F238E27FC236}">
                <a16:creationId xmlns:a16="http://schemas.microsoft.com/office/drawing/2014/main" id="{5E5AE374-2ADF-864F-A858-448473196A08}"/>
              </a:ext>
            </a:extLst>
          </p:cNvPr>
          <p:cNvSpPr>
            <a:spLocks noGrp="1"/>
          </p:cNvSpPr>
          <p:nvPr>
            <p:ph type="title" hasCustomPrompt="1"/>
          </p:nvPr>
        </p:nvSpPr>
        <p:spPr>
          <a:xfrm>
            <a:off x="626398" y="481125"/>
            <a:ext cx="5143814"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3" name="Text Placeholder 7">
            <a:extLst>
              <a:ext uri="{FF2B5EF4-FFF2-40B4-BE49-F238E27FC236}">
                <a16:creationId xmlns:a16="http://schemas.microsoft.com/office/drawing/2014/main" id="{560A6211-3D42-EB4C-9806-39784F79A21F}"/>
              </a:ext>
            </a:extLst>
          </p:cNvPr>
          <p:cNvSpPr>
            <a:spLocks noGrp="1"/>
          </p:cNvSpPr>
          <p:nvPr>
            <p:ph type="body" sz="quarter" idx="29" hasCustomPrompt="1"/>
          </p:nvPr>
        </p:nvSpPr>
        <p:spPr>
          <a:xfrm>
            <a:off x="626401" y="930188"/>
            <a:ext cx="5143814"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1776746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1_Photo 1 Right Subtitle">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859200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6791254" y="360000"/>
            <a:ext cx="5040000" cy="6138000"/>
          </a:xfrm>
          <a:solidFill>
            <a:schemeClr val="bg1"/>
          </a:solidFill>
        </p:spPr>
        <p:txBody>
          <a:bodyPr/>
          <a:lstStyle>
            <a:lvl1pPr marL="0" indent="0">
              <a:buNone/>
              <a:defRPr>
                <a:noFill/>
              </a:defRPr>
            </a:lvl1pPr>
          </a:lstStyle>
          <a:p>
            <a:r>
              <a:rPr lang="en-US"/>
              <a:t>Click icon to add picture</a:t>
            </a:r>
            <a:endParaRPr lang="en-PT"/>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7041" y="379903"/>
            <a:ext cx="813599" cy="715078"/>
          </a:xfrm>
          <a:prstGeom prst="rect">
            <a:avLst/>
          </a:prstGeom>
        </p:spPr>
      </p:pic>
      <p:sp>
        <p:nvSpPr>
          <p:cNvPr id="11" name="Text Placeholder 7">
            <a:extLst>
              <a:ext uri="{FF2B5EF4-FFF2-40B4-BE49-F238E27FC236}">
                <a16:creationId xmlns:a16="http://schemas.microsoft.com/office/drawing/2014/main" id="{935704D0-9C05-0141-B9AB-5DC28B7DC3B5}"/>
              </a:ext>
            </a:extLst>
          </p:cNvPr>
          <p:cNvSpPr>
            <a:spLocks noGrp="1"/>
          </p:cNvSpPr>
          <p:nvPr>
            <p:ph type="body" sz="quarter" idx="12" hasCustomPrompt="1"/>
          </p:nvPr>
        </p:nvSpPr>
        <p:spPr>
          <a:xfrm>
            <a:off x="626399" y="1885395"/>
            <a:ext cx="5455376"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9" name="Title 1">
            <a:extLst>
              <a:ext uri="{FF2B5EF4-FFF2-40B4-BE49-F238E27FC236}">
                <a16:creationId xmlns:a16="http://schemas.microsoft.com/office/drawing/2014/main" id="{07283330-B1D0-CE49-B8AD-62504910E9D6}"/>
              </a:ext>
            </a:extLst>
          </p:cNvPr>
          <p:cNvSpPr>
            <a:spLocks noGrp="1"/>
          </p:cNvSpPr>
          <p:nvPr>
            <p:ph type="title" hasCustomPrompt="1"/>
          </p:nvPr>
        </p:nvSpPr>
        <p:spPr>
          <a:xfrm>
            <a:off x="626399" y="1333692"/>
            <a:ext cx="5455376" cy="611312"/>
          </a:xfrm>
          <a:prstGeom prst="rect">
            <a:avLst/>
          </a:prstGeom>
        </p:spPr>
        <p:txBody>
          <a:bodyPr wrap="square" tIns="72000" anchor="t">
            <a:spAutoFit/>
          </a:bodyPr>
          <a:lstStyle>
            <a:lvl1pPr>
              <a:lnSpc>
                <a:spcPct val="100000"/>
              </a:lnSpc>
              <a:defRPr sz="3200" b="1" i="0">
                <a:solidFill>
                  <a:schemeClr val="tx2"/>
                </a:solidFill>
                <a:latin typeface="Equip Extended" panose="02000503030000020004" pitchFamily="2" charset="77"/>
              </a:defRPr>
            </a:lvl1pPr>
          </a:lstStyle>
          <a:p>
            <a:r>
              <a:rPr lang="en-GB"/>
              <a:t>Edit title</a:t>
            </a:r>
            <a:endParaRPr lang="en-PT"/>
          </a:p>
        </p:txBody>
      </p:sp>
      <p:sp>
        <p:nvSpPr>
          <p:cNvPr id="8" name="Text Placeholder 7">
            <a:extLst>
              <a:ext uri="{FF2B5EF4-FFF2-40B4-BE49-F238E27FC236}">
                <a16:creationId xmlns:a16="http://schemas.microsoft.com/office/drawing/2014/main" id="{11AD677C-EA58-0740-A3A3-3B79C2B2E4CD}"/>
              </a:ext>
            </a:extLst>
          </p:cNvPr>
          <p:cNvSpPr>
            <a:spLocks noGrp="1"/>
          </p:cNvSpPr>
          <p:nvPr>
            <p:ph type="body" sz="quarter" idx="31" hasCustomPrompt="1"/>
          </p:nvPr>
        </p:nvSpPr>
        <p:spPr>
          <a:xfrm>
            <a:off x="626399" y="2430619"/>
            <a:ext cx="5455376" cy="488201"/>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200" b="0" i="0">
                <a:solidFill>
                  <a:schemeClr val="tx2"/>
                </a:solidFill>
                <a:latin typeface="Equip Light" panose="02000503000000020004" pitchFamily="2" charset="77"/>
              </a:defRPr>
            </a:lvl1pPr>
          </a:lstStyle>
          <a:p>
            <a:pPr lvl="0"/>
            <a:r>
              <a:rPr lang="en-GB"/>
              <a:t>Edit description; feel free to change </a:t>
            </a:r>
            <a:r>
              <a:rPr lang="en-GB" err="1"/>
              <a:t>color</a:t>
            </a:r>
            <a:r>
              <a:rPr lang="en-GB"/>
              <a:t> of photo-frame to “nightfall-blue” (#13294B) or to “lavender-purple” (#2E008B) </a:t>
            </a:r>
          </a:p>
        </p:txBody>
      </p:sp>
      <p:sp>
        <p:nvSpPr>
          <p:cNvPr id="10" name="Text Placeholder 7">
            <a:extLst>
              <a:ext uri="{FF2B5EF4-FFF2-40B4-BE49-F238E27FC236}">
                <a16:creationId xmlns:a16="http://schemas.microsoft.com/office/drawing/2014/main" id="{7F9EF952-71B7-674A-B8D1-D3BF55A7C22A}"/>
              </a:ext>
            </a:extLst>
          </p:cNvPr>
          <p:cNvSpPr>
            <a:spLocks noGrp="1"/>
          </p:cNvSpPr>
          <p:nvPr>
            <p:ph type="body" sz="quarter" idx="10" hasCustomPrompt="1"/>
          </p:nvPr>
        </p:nvSpPr>
        <p:spPr>
          <a:xfrm>
            <a:off x="639386" y="5876515"/>
            <a:ext cx="5442390"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Tree>
    <p:extLst>
      <p:ext uri="{BB962C8B-B14F-4D97-AF65-F5344CB8AC3E}">
        <p14:creationId xmlns:p14="http://schemas.microsoft.com/office/powerpoint/2010/main" val="48637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2_Photo 1 Left Subtitle">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360000" y="360000"/>
            <a:ext cx="5040000" cy="6138000"/>
          </a:xfrm>
          <a:solidFill>
            <a:schemeClr val="bg1"/>
          </a:solidFill>
        </p:spPr>
        <p:txBody>
          <a:bodyPr/>
          <a:lstStyle>
            <a:lvl1pPr marL="0" indent="0">
              <a:buNone/>
              <a:defRPr>
                <a:noFill/>
              </a:defRPr>
            </a:lvl1pPr>
          </a:lstStyle>
          <a:p>
            <a:r>
              <a:rPr lang="en-US"/>
              <a:t>Click icon to add picture</a:t>
            </a:r>
            <a:endParaRPr lang="en-PT"/>
          </a:p>
        </p:txBody>
      </p:sp>
      <p:pic>
        <p:nvPicPr>
          <p:cNvPr id="7" name="Graphic 6">
            <a:extLst>
              <a:ext uri="{FF2B5EF4-FFF2-40B4-BE49-F238E27FC236}">
                <a16:creationId xmlns:a16="http://schemas.microsoft.com/office/drawing/2014/main" id="{68B0E22B-FCE9-754C-80EB-DF1C8C38A2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2" name="Text Placeholder 7">
            <a:extLst>
              <a:ext uri="{FF2B5EF4-FFF2-40B4-BE49-F238E27FC236}">
                <a16:creationId xmlns:a16="http://schemas.microsoft.com/office/drawing/2014/main" id="{733D04BC-2029-5F42-B2DA-18FE12DFDB5B}"/>
              </a:ext>
            </a:extLst>
          </p:cNvPr>
          <p:cNvSpPr>
            <a:spLocks noGrp="1"/>
          </p:cNvSpPr>
          <p:nvPr>
            <p:ph type="body" sz="quarter" idx="10" hasCustomPrompt="1"/>
          </p:nvPr>
        </p:nvSpPr>
        <p:spPr>
          <a:xfrm>
            <a:off x="6122186" y="5876515"/>
            <a:ext cx="5442390"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3" name="Text Placeholder 7">
            <a:extLst>
              <a:ext uri="{FF2B5EF4-FFF2-40B4-BE49-F238E27FC236}">
                <a16:creationId xmlns:a16="http://schemas.microsoft.com/office/drawing/2014/main" id="{0EA34B8E-7E97-A543-A4A5-F722DD3790F1}"/>
              </a:ext>
            </a:extLst>
          </p:cNvPr>
          <p:cNvSpPr>
            <a:spLocks noGrp="1"/>
          </p:cNvSpPr>
          <p:nvPr>
            <p:ph type="body" sz="quarter" idx="12" hasCustomPrompt="1"/>
          </p:nvPr>
        </p:nvSpPr>
        <p:spPr>
          <a:xfrm>
            <a:off x="6109200" y="1885395"/>
            <a:ext cx="5455376"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15" name="Title 1">
            <a:extLst>
              <a:ext uri="{FF2B5EF4-FFF2-40B4-BE49-F238E27FC236}">
                <a16:creationId xmlns:a16="http://schemas.microsoft.com/office/drawing/2014/main" id="{2D4316BD-0421-5643-9C3E-86BD0386F83A}"/>
              </a:ext>
            </a:extLst>
          </p:cNvPr>
          <p:cNvSpPr>
            <a:spLocks noGrp="1"/>
          </p:cNvSpPr>
          <p:nvPr>
            <p:ph type="title" hasCustomPrompt="1"/>
          </p:nvPr>
        </p:nvSpPr>
        <p:spPr>
          <a:xfrm>
            <a:off x="6109200" y="1333692"/>
            <a:ext cx="5455376" cy="611312"/>
          </a:xfrm>
          <a:prstGeom prst="rect">
            <a:avLst/>
          </a:prstGeom>
        </p:spPr>
        <p:txBody>
          <a:bodyPr wrap="square" tIns="72000" anchor="t">
            <a:spAutoFit/>
          </a:bodyPr>
          <a:lstStyle>
            <a:lvl1pPr>
              <a:lnSpc>
                <a:spcPct val="100000"/>
              </a:lnSpc>
              <a:defRPr sz="3200" b="1" i="0">
                <a:solidFill>
                  <a:schemeClr val="tx2"/>
                </a:solidFill>
                <a:latin typeface="Equip Extended" panose="02000503030000020004" pitchFamily="2" charset="77"/>
              </a:defRPr>
            </a:lvl1pPr>
          </a:lstStyle>
          <a:p>
            <a:r>
              <a:rPr lang="en-GB"/>
              <a:t>Edit title</a:t>
            </a:r>
            <a:endParaRPr lang="en-PT"/>
          </a:p>
        </p:txBody>
      </p:sp>
      <p:sp>
        <p:nvSpPr>
          <p:cNvPr id="16" name="Text Placeholder 7">
            <a:extLst>
              <a:ext uri="{FF2B5EF4-FFF2-40B4-BE49-F238E27FC236}">
                <a16:creationId xmlns:a16="http://schemas.microsoft.com/office/drawing/2014/main" id="{2D96C5BE-73D1-584A-99EB-3318DF8F4DDC}"/>
              </a:ext>
            </a:extLst>
          </p:cNvPr>
          <p:cNvSpPr>
            <a:spLocks noGrp="1"/>
          </p:cNvSpPr>
          <p:nvPr>
            <p:ph type="body" sz="quarter" idx="31" hasCustomPrompt="1"/>
          </p:nvPr>
        </p:nvSpPr>
        <p:spPr>
          <a:xfrm>
            <a:off x="6109200" y="2430619"/>
            <a:ext cx="5455376" cy="488201"/>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200" b="0" i="0">
                <a:solidFill>
                  <a:schemeClr val="tx2"/>
                </a:solidFill>
                <a:latin typeface="Equip Light" panose="02000503000000020004" pitchFamily="2" charset="77"/>
              </a:defRPr>
            </a:lvl1pPr>
          </a:lstStyle>
          <a:p>
            <a:pPr lvl="0"/>
            <a:r>
              <a:rPr lang="en-GB"/>
              <a:t>Edit description; feel free to change </a:t>
            </a:r>
            <a:r>
              <a:rPr lang="en-GB" err="1"/>
              <a:t>color</a:t>
            </a:r>
            <a:r>
              <a:rPr lang="en-GB"/>
              <a:t> of photo-frame to “nightfall-blue” (#13294B) or to “lavender-purple” (#2E008B) </a:t>
            </a:r>
          </a:p>
        </p:txBody>
      </p:sp>
    </p:spTree>
    <p:extLst>
      <p:ext uri="{BB962C8B-B14F-4D97-AF65-F5344CB8AC3E}">
        <p14:creationId xmlns:p14="http://schemas.microsoft.com/office/powerpoint/2010/main" val="2881710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3_Grid 2 Photos Panel Righ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859200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6253198" y="720000"/>
            <a:ext cx="5241601" cy="5418000"/>
          </a:xfrm>
          <a:solidFill>
            <a:schemeClr val="bg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720000" y="720000"/>
            <a:ext cx="5241600" cy="54180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2197679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4_Grid 2 Photos Panel Lef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6253198" y="720000"/>
            <a:ext cx="5241601" cy="5418000"/>
          </a:xfrm>
          <a:solidFill>
            <a:schemeClr val="bg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720000" y="720000"/>
            <a:ext cx="5241600" cy="54180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1183652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5_Grid 3 Photos Panel Lef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720000" y="720000"/>
            <a:ext cx="6976800" cy="5418000"/>
          </a:xfrm>
          <a:solidFill>
            <a:schemeClr val="bg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8006400" y="720000"/>
            <a:ext cx="3488400" cy="2563200"/>
          </a:xfrm>
          <a:solidFill>
            <a:schemeClr val="bg1"/>
          </a:solidFill>
        </p:spPr>
        <p:txBody>
          <a:bodyPr/>
          <a:lstStyle>
            <a:lvl1pPr marL="0" indent="0">
              <a:buNone/>
              <a:defRPr>
                <a:noFill/>
              </a:defRPr>
            </a:lvl1pPr>
          </a:lstStyle>
          <a:p>
            <a:r>
              <a:rPr lang="en-US"/>
              <a:t>Click icon to add picture</a:t>
            </a:r>
            <a:endParaRPr lang="en-PT"/>
          </a:p>
        </p:txBody>
      </p:sp>
      <p:sp>
        <p:nvSpPr>
          <p:cNvPr id="15" name="Picture Placeholder 13">
            <a:extLst>
              <a:ext uri="{FF2B5EF4-FFF2-40B4-BE49-F238E27FC236}">
                <a16:creationId xmlns:a16="http://schemas.microsoft.com/office/drawing/2014/main" id="{D4BE1903-AF78-AF4B-821F-471B4384EE44}"/>
              </a:ext>
            </a:extLst>
          </p:cNvPr>
          <p:cNvSpPr>
            <a:spLocks noGrp="1"/>
          </p:cNvSpPr>
          <p:nvPr>
            <p:ph type="pic" sz="quarter" idx="16"/>
          </p:nvPr>
        </p:nvSpPr>
        <p:spPr>
          <a:xfrm>
            <a:off x="8006400" y="3574801"/>
            <a:ext cx="3488400" cy="25632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1100353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_6_Grid 3 Photos Panel Righ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859200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E5E0337-0FF7-1B4F-9161-3EA3012A6F87}"/>
              </a:ext>
            </a:extLst>
          </p:cNvPr>
          <p:cNvSpPr>
            <a:spLocks noGrp="1"/>
          </p:cNvSpPr>
          <p:nvPr>
            <p:ph type="pic" sz="quarter" idx="13"/>
          </p:nvPr>
        </p:nvSpPr>
        <p:spPr>
          <a:xfrm>
            <a:off x="4518000" y="720000"/>
            <a:ext cx="6976800" cy="5418000"/>
          </a:xfrm>
          <a:solidFill>
            <a:schemeClr val="bg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720000" y="720000"/>
            <a:ext cx="3488400" cy="2563200"/>
          </a:xfrm>
          <a:solidFill>
            <a:schemeClr val="bg1"/>
          </a:solidFill>
        </p:spPr>
        <p:txBody>
          <a:bodyPr/>
          <a:lstStyle>
            <a:lvl1pPr marL="0" indent="0">
              <a:buNone/>
              <a:defRPr>
                <a:noFill/>
              </a:defRPr>
            </a:lvl1pPr>
          </a:lstStyle>
          <a:p>
            <a:r>
              <a:rPr lang="en-US"/>
              <a:t>Click icon to add picture</a:t>
            </a:r>
            <a:endParaRPr lang="en-PT"/>
          </a:p>
        </p:txBody>
      </p:sp>
      <p:sp>
        <p:nvSpPr>
          <p:cNvPr id="15" name="Picture Placeholder 13">
            <a:extLst>
              <a:ext uri="{FF2B5EF4-FFF2-40B4-BE49-F238E27FC236}">
                <a16:creationId xmlns:a16="http://schemas.microsoft.com/office/drawing/2014/main" id="{D4BE1903-AF78-AF4B-821F-471B4384EE44}"/>
              </a:ext>
            </a:extLst>
          </p:cNvPr>
          <p:cNvSpPr>
            <a:spLocks noGrp="1"/>
          </p:cNvSpPr>
          <p:nvPr>
            <p:ph type="pic" sz="quarter" idx="16"/>
          </p:nvPr>
        </p:nvSpPr>
        <p:spPr>
          <a:xfrm>
            <a:off x="720000" y="3574801"/>
            <a:ext cx="3488400" cy="25632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186825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7_Grid 6 Photos Panel Righ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859200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7200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5" name="Picture Placeholder 13">
            <a:extLst>
              <a:ext uri="{FF2B5EF4-FFF2-40B4-BE49-F238E27FC236}">
                <a16:creationId xmlns:a16="http://schemas.microsoft.com/office/drawing/2014/main" id="{D4BE1903-AF78-AF4B-821F-471B4384EE44}"/>
              </a:ext>
            </a:extLst>
          </p:cNvPr>
          <p:cNvSpPr>
            <a:spLocks noGrp="1"/>
          </p:cNvSpPr>
          <p:nvPr>
            <p:ph type="pic" sz="quarter" idx="16"/>
          </p:nvPr>
        </p:nvSpPr>
        <p:spPr>
          <a:xfrm>
            <a:off x="7200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6" name="Picture Placeholder 13">
            <a:extLst>
              <a:ext uri="{FF2B5EF4-FFF2-40B4-BE49-F238E27FC236}">
                <a16:creationId xmlns:a16="http://schemas.microsoft.com/office/drawing/2014/main" id="{69686BD6-A489-A646-BD24-A630E50308B0}"/>
              </a:ext>
            </a:extLst>
          </p:cNvPr>
          <p:cNvSpPr>
            <a:spLocks noGrp="1"/>
          </p:cNvSpPr>
          <p:nvPr>
            <p:ph type="pic" sz="quarter" idx="17"/>
          </p:nvPr>
        </p:nvSpPr>
        <p:spPr>
          <a:xfrm>
            <a:off x="80964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7" name="Picture Placeholder 13">
            <a:extLst>
              <a:ext uri="{FF2B5EF4-FFF2-40B4-BE49-F238E27FC236}">
                <a16:creationId xmlns:a16="http://schemas.microsoft.com/office/drawing/2014/main" id="{91CA29EE-A240-7449-9954-F5D2512BF64A}"/>
              </a:ext>
            </a:extLst>
          </p:cNvPr>
          <p:cNvSpPr>
            <a:spLocks noGrp="1"/>
          </p:cNvSpPr>
          <p:nvPr>
            <p:ph type="pic" sz="quarter" idx="18"/>
          </p:nvPr>
        </p:nvSpPr>
        <p:spPr>
          <a:xfrm>
            <a:off x="80964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8" name="Picture Placeholder 13">
            <a:extLst>
              <a:ext uri="{FF2B5EF4-FFF2-40B4-BE49-F238E27FC236}">
                <a16:creationId xmlns:a16="http://schemas.microsoft.com/office/drawing/2014/main" id="{71D5FEED-102B-CE49-9500-8FB69CEBADC1}"/>
              </a:ext>
            </a:extLst>
          </p:cNvPr>
          <p:cNvSpPr>
            <a:spLocks noGrp="1"/>
          </p:cNvSpPr>
          <p:nvPr>
            <p:ph type="pic" sz="quarter" idx="19"/>
          </p:nvPr>
        </p:nvSpPr>
        <p:spPr>
          <a:xfrm>
            <a:off x="44064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9" name="Picture Placeholder 13">
            <a:extLst>
              <a:ext uri="{FF2B5EF4-FFF2-40B4-BE49-F238E27FC236}">
                <a16:creationId xmlns:a16="http://schemas.microsoft.com/office/drawing/2014/main" id="{4FF02295-B65A-514C-ADDC-AC2EBD35FA71}"/>
              </a:ext>
            </a:extLst>
          </p:cNvPr>
          <p:cNvSpPr>
            <a:spLocks noGrp="1"/>
          </p:cNvSpPr>
          <p:nvPr>
            <p:ph type="pic" sz="quarter" idx="20"/>
          </p:nvPr>
        </p:nvSpPr>
        <p:spPr>
          <a:xfrm>
            <a:off x="44064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954492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_8_Grid 6 Photos Panel Left">
    <p:bg>
      <p:bgPr>
        <a:solidFill>
          <a:schemeClr val="bg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A8D4FC00-C4DF-7F4F-AA41-3EAF7F48F07E}"/>
              </a:ext>
            </a:extLst>
          </p:cNvPr>
          <p:cNvSpPr>
            <a:spLocks noGrp="1"/>
          </p:cNvSpPr>
          <p:nvPr>
            <p:ph type="pic" sz="quarter" idx="14"/>
          </p:nvPr>
        </p:nvSpPr>
        <p:spPr>
          <a:xfrm>
            <a:off x="0" y="0"/>
            <a:ext cx="3600000" cy="6858000"/>
          </a:xfrm>
          <a:solidFill>
            <a:schemeClr val="tx1"/>
          </a:solidFill>
        </p:spPr>
        <p:txBody>
          <a:bodyPr/>
          <a:lstStyle>
            <a:lvl1pPr marL="0" indent="0">
              <a:buNone/>
              <a:defRPr>
                <a:noFill/>
              </a:defRPr>
            </a:lvl1pPr>
          </a:lstStyle>
          <a:p>
            <a:r>
              <a:rPr lang="en-US"/>
              <a:t>Click icon to add picture</a:t>
            </a:r>
            <a:endParaRPr lang="en-PT"/>
          </a:p>
        </p:txBody>
      </p:sp>
      <p:sp>
        <p:nvSpPr>
          <p:cNvPr id="13" name="Picture Placeholder 13">
            <a:extLst>
              <a:ext uri="{FF2B5EF4-FFF2-40B4-BE49-F238E27FC236}">
                <a16:creationId xmlns:a16="http://schemas.microsoft.com/office/drawing/2014/main" id="{86559009-9D5C-7D4D-9AF5-7FA323169C57}"/>
              </a:ext>
            </a:extLst>
          </p:cNvPr>
          <p:cNvSpPr>
            <a:spLocks noGrp="1"/>
          </p:cNvSpPr>
          <p:nvPr>
            <p:ph type="pic" sz="quarter" idx="15"/>
          </p:nvPr>
        </p:nvSpPr>
        <p:spPr>
          <a:xfrm>
            <a:off x="7200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5" name="Picture Placeholder 13">
            <a:extLst>
              <a:ext uri="{FF2B5EF4-FFF2-40B4-BE49-F238E27FC236}">
                <a16:creationId xmlns:a16="http://schemas.microsoft.com/office/drawing/2014/main" id="{D4BE1903-AF78-AF4B-821F-471B4384EE44}"/>
              </a:ext>
            </a:extLst>
          </p:cNvPr>
          <p:cNvSpPr>
            <a:spLocks noGrp="1"/>
          </p:cNvSpPr>
          <p:nvPr>
            <p:ph type="pic" sz="quarter" idx="16"/>
          </p:nvPr>
        </p:nvSpPr>
        <p:spPr>
          <a:xfrm>
            <a:off x="7200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0" name="Picture Placeholder 13">
            <a:extLst>
              <a:ext uri="{FF2B5EF4-FFF2-40B4-BE49-F238E27FC236}">
                <a16:creationId xmlns:a16="http://schemas.microsoft.com/office/drawing/2014/main" id="{57A9786E-9E9A-694F-9DFE-5A81C7DCBD3E}"/>
              </a:ext>
            </a:extLst>
          </p:cNvPr>
          <p:cNvSpPr>
            <a:spLocks noGrp="1"/>
          </p:cNvSpPr>
          <p:nvPr>
            <p:ph type="pic" sz="quarter" idx="17"/>
          </p:nvPr>
        </p:nvSpPr>
        <p:spPr>
          <a:xfrm>
            <a:off x="80964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1" name="Picture Placeholder 13">
            <a:extLst>
              <a:ext uri="{FF2B5EF4-FFF2-40B4-BE49-F238E27FC236}">
                <a16:creationId xmlns:a16="http://schemas.microsoft.com/office/drawing/2014/main" id="{3FC6617E-3AA0-7F44-BB6E-A95F6B4AD9FD}"/>
              </a:ext>
            </a:extLst>
          </p:cNvPr>
          <p:cNvSpPr>
            <a:spLocks noGrp="1"/>
          </p:cNvSpPr>
          <p:nvPr>
            <p:ph type="pic" sz="quarter" idx="18"/>
          </p:nvPr>
        </p:nvSpPr>
        <p:spPr>
          <a:xfrm>
            <a:off x="80964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2" name="Picture Placeholder 13">
            <a:extLst>
              <a:ext uri="{FF2B5EF4-FFF2-40B4-BE49-F238E27FC236}">
                <a16:creationId xmlns:a16="http://schemas.microsoft.com/office/drawing/2014/main" id="{DC037D5D-6243-624A-998E-8948B19940F2}"/>
              </a:ext>
            </a:extLst>
          </p:cNvPr>
          <p:cNvSpPr>
            <a:spLocks noGrp="1"/>
          </p:cNvSpPr>
          <p:nvPr>
            <p:ph type="pic" sz="quarter" idx="19"/>
          </p:nvPr>
        </p:nvSpPr>
        <p:spPr>
          <a:xfrm>
            <a:off x="4406400" y="720000"/>
            <a:ext cx="3398400" cy="2563200"/>
          </a:xfrm>
          <a:solidFill>
            <a:schemeClr val="bg1"/>
          </a:solidFill>
        </p:spPr>
        <p:txBody>
          <a:bodyPr/>
          <a:lstStyle>
            <a:lvl1pPr marL="0" indent="0">
              <a:buNone/>
              <a:defRPr>
                <a:noFill/>
              </a:defRPr>
            </a:lvl1pPr>
          </a:lstStyle>
          <a:p>
            <a:r>
              <a:rPr lang="en-US"/>
              <a:t>Click icon to add picture</a:t>
            </a:r>
            <a:endParaRPr lang="en-PT"/>
          </a:p>
        </p:txBody>
      </p:sp>
      <p:sp>
        <p:nvSpPr>
          <p:cNvPr id="14" name="Picture Placeholder 13">
            <a:extLst>
              <a:ext uri="{FF2B5EF4-FFF2-40B4-BE49-F238E27FC236}">
                <a16:creationId xmlns:a16="http://schemas.microsoft.com/office/drawing/2014/main" id="{E33C411A-570E-A548-AA0F-A1B4552CAA3C}"/>
              </a:ext>
            </a:extLst>
          </p:cNvPr>
          <p:cNvSpPr>
            <a:spLocks noGrp="1"/>
          </p:cNvSpPr>
          <p:nvPr>
            <p:ph type="pic" sz="quarter" idx="20"/>
          </p:nvPr>
        </p:nvSpPr>
        <p:spPr>
          <a:xfrm>
            <a:off x="4406400" y="3574801"/>
            <a:ext cx="3398400" cy="2563200"/>
          </a:xfrm>
          <a:solidFill>
            <a:schemeClr val="bg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3608256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_1_Statement">
    <p:bg>
      <p:bgPr>
        <a:solidFill>
          <a:schemeClr val="bg1"/>
        </a:solidFill>
        <a:effectLst/>
      </p:bgPr>
    </p:bg>
    <p:spTree>
      <p:nvGrpSpPr>
        <p:cNvPr id="1" name=""/>
        <p:cNvGrpSpPr/>
        <p:nvPr/>
      </p:nvGrpSpPr>
      <p:grpSpPr>
        <a:xfrm>
          <a:off x="0" y="0"/>
          <a:ext cx="0" cy="0"/>
          <a:chOff x="0" y="0"/>
          <a:chExt cx="0" cy="0"/>
        </a:xfrm>
      </p:grpSpPr>
      <p:pic>
        <p:nvPicPr>
          <p:cNvPr id="10" name="r1Artboard 2edsw.pdf" descr="r1Artboard 2edsw.pdf">
            <a:extLst>
              <a:ext uri="{FF2B5EF4-FFF2-40B4-BE49-F238E27FC236}">
                <a16:creationId xmlns:a16="http://schemas.microsoft.com/office/drawing/2014/main" id="{3576F7A7-93EC-2644-B6A7-F2AB1B07ADE0}"/>
              </a:ext>
            </a:extLst>
          </p:cNvPr>
          <p:cNvPicPr>
            <a:picLocks noChangeAspect="1"/>
          </p:cNvPicPr>
          <p:nvPr userDrawn="1"/>
        </p:nvPicPr>
        <p:blipFill rotWithShape="1">
          <a:blip r:embed="rId2">
            <a:alphaModFix amt="13000"/>
          </a:blip>
          <a:srcRect l="26596" b="37450"/>
          <a:stretch/>
        </p:blipFill>
        <p:spPr>
          <a:xfrm>
            <a:off x="0" y="3936274"/>
            <a:ext cx="4987211" cy="2921726"/>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8" name="Text Placeholder 7">
            <a:extLst>
              <a:ext uri="{FF2B5EF4-FFF2-40B4-BE49-F238E27FC236}">
                <a16:creationId xmlns:a16="http://schemas.microsoft.com/office/drawing/2014/main" id="{F58B3105-25FA-4A42-9600-479307B2997E}"/>
              </a:ext>
            </a:extLst>
          </p:cNvPr>
          <p:cNvSpPr>
            <a:spLocks noGrp="1"/>
          </p:cNvSpPr>
          <p:nvPr>
            <p:ph type="body" sz="quarter" idx="10" hasCustomPrompt="1"/>
          </p:nvPr>
        </p:nvSpPr>
        <p:spPr>
          <a:xfrm>
            <a:off x="639385" y="5876515"/>
            <a:ext cx="10977813"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1" name="Title 1">
            <a:extLst>
              <a:ext uri="{FF2B5EF4-FFF2-40B4-BE49-F238E27FC236}">
                <a16:creationId xmlns:a16="http://schemas.microsoft.com/office/drawing/2014/main" id="{33D0B1C6-E0E5-8A44-99DC-9E76979882FA}"/>
              </a:ext>
            </a:extLst>
          </p:cNvPr>
          <p:cNvSpPr>
            <a:spLocks noGrp="1"/>
          </p:cNvSpPr>
          <p:nvPr>
            <p:ph type="title" hasCustomPrompt="1"/>
          </p:nvPr>
        </p:nvSpPr>
        <p:spPr>
          <a:xfrm>
            <a:off x="611120" y="3078393"/>
            <a:ext cx="9767782" cy="718787"/>
          </a:xfrm>
          <a:prstGeom prst="rect">
            <a:avLst/>
          </a:prstGeom>
        </p:spPr>
        <p:txBody>
          <a:bodyPr anchor="ctr">
            <a:spAutoFit/>
          </a:bodyPr>
          <a:lstStyle>
            <a:lvl1pPr>
              <a:lnSpc>
                <a:spcPct val="80000"/>
              </a:lnSpc>
              <a:defRPr sz="4800" b="0" i="0">
                <a:solidFill>
                  <a:schemeClr val="tx2"/>
                </a:solidFill>
                <a:latin typeface="Equip Extended" panose="02000503030000020004" pitchFamily="2" charset="77"/>
              </a:defRPr>
            </a:lvl1pPr>
          </a:lstStyle>
          <a:p>
            <a:r>
              <a:rPr lang="en-GB"/>
              <a:t>Edit multiline description</a:t>
            </a:r>
            <a:endParaRPr lang="en-PT"/>
          </a:p>
        </p:txBody>
      </p:sp>
    </p:spTree>
    <p:extLst>
      <p:ext uri="{BB962C8B-B14F-4D97-AF65-F5344CB8AC3E}">
        <p14:creationId xmlns:p14="http://schemas.microsoft.com/office/powerpoint/2010/main" val="1225428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2_Metrics">
    <p:bg>
      <p:bgPr>
        <a:solidFill>
          <a:schemeClr val="bg1"/>
        </a:solidFill>
        <a:effectLst/>
      </p:bgPr>
    </p:bg>
    <p:spTree>
      <p:nvGrpSpPr>
        <p:cNvPr id="1" name=""/>
        <p:cNvGrpSpPr/>
        <p:nvPr/>
      </p:nvGrpSpPr>
      <p:grpSpPr>
        <a:xfrm>
          <a:off x="0" y="0"/>
          <a:ext cx="0" cy="0"/>
          <a:chOff x="0" y="0"/>
          <a:chExt cx="0" cy="0"/>
        </a:xfrm>
      </p:grpSpPr>
      <p:pic>
        <p:nvPicPr>
          <p:cNvPr id="25" name="r1Artboard 2edsw.pdf" descr="r1Artboard 2edsw.pdf">
            <a:extLst>
              <a:ext uri="{FF2B5EF4-FFF2-40B4-BE49-F238E27FC236}">
                <a16:creationId xmlns:a16="http://schemas.microsoft.com/office/drawing/2014/main" id="{26EA4B65-F354-BD45-A431-FFC265BFA1DE}"/>
              </a:ext>
            </a:extLst>
          </p:cNvPr>
          <p:cNvPicPr>
            <a:picLocks noChangeAspect="1"/>
          </p:cNvPicPr>
          <p:nvPr userDrawn="1"/>
        </p:nvPicPr>
        <p:blipFill rotWithShape="1">
          <a:blip r:embed="rId2">
            <a:alphaModFix amt="13000"/>
          </a:blip>
          <a:srcRect l="26596" b="37450"/>
          <a:stretch/>
        </p:blipFill>
        <p:spPr>
          <a:xfrm>
            <a:off x="0" y="3936274"/>
            <a:ext cx="4987211" cy="2921726"/>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C53473C3-C404-2743-B2A2-9D23CE924764}"/>
              </a:ext>
            </a:extLst>
          </p:cNvPr>
          <p:cNvSpPr>
            <a:spLocks noGrp="1"/>
          </p:cNvSpPr>
          <p:nvPr>
            <p:ph type="body" sz="quarter" idx="30" hasCustomPrompt="1"/>
          </p:nvPr>
        </p:nvSpPr>
        <p:spPr>
          <a:xfrm>
            <a:off x="626401" y="3500662"/>
            <a:ext cx="2714400" cy="365091"/>
          </a:xfrm>
          <a:prstGeom prst="rect">
            <a:avLst/>
          </a:prstGeom>
        </p:spPr>
        <p:txBody>
          <a:bodyPr wrap="square" tIns="72000" anchor="t">
            <a:spAutoFit/>
          </a:bodyPr>
          <a:lstStyle>
            <a:lvl1pPr marL="0" indent="0" algn="ctr">
              <a:lnSpc>
                <a:spcPct val="100000"/>
              </a:lnSpc>
              <a:buNone/>
              <a:defRPr sz="1600" b="0" i="0">
                <a:solidFill>
                  <a:schemeClr val="tx2"/>
                </a:solidFill>
                <a:latin typeface="Equip Extended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5F8B4A23-603A-8F49-8648-44A6048B1CF1}"/>
              </a:ext>
            </a:extLst>
          </p:cNvPr>
          <p:cNvSpPr>
            <a:spLocks noGrp="1"/>
          </p:cNvSpPr>
          <p:nvPr>
            <p:ph type="body" sz="quarter" idx="31" hasCustomPrompt="1"/>
          </p:nvPr>
        </p:nvSpPr>
        <p:spPr>
          <a:xfrm>
            <a:off x="626399" y="2605289"/>
            <a:ext cx="2714400" cy="857533"/>
          </a:xfrm>
          <a:prstGeom prst="rect">
            <a:avLst/>
          </a:prstGeom>
        </p:spPr>
        <p:txBody>
          <a:bodyPr wrap="square" tIns="72000" anchor="b">
            <a:spAutoFit/>
          </a:bodyPr>
          <a:lstStyle>
            <a:lvl1pPr marL="0" indent="0" algn="ctr">
              <a:lnSpc>
                <a:spcPct val="100000"/>
              </a:lnSpc>
              <a:buNone/>
              <a:defRPr sz="4800" b="1" i="0">
                <a:solidFill>
                  <a:schemeClr val="tx2"/>
                </a:solidFill>
                <a:latin typeface="Equip Extended" panose="02000503030000020004" pitchFamily="2" charset="77"/>
              </a:defRPr>
            </a:lvl1pPr>
          </a:lstStyle>
          <a:p>
            <a:pPr lvl="0"/>
            <a:r>
              <a:rPr lang="en-GB"/>
              <a:t>200+</a:t>
            </a:r>
          </a:p>
        </p:txBody>
      </p:sp>
      <p:sp>
        <p:nvSpPr>
          <p:cNvPr id="14" name="Text Placeholder 7">
            <a:extLst>
              <a:ext uri="{FF2B5EF4-FFF2-40B4-BE49-F238E27FC236}">
                <a16:creationId xmlns:a16="http://schemas.microsoft.com/office/drawing/2014/main" id="{6DBC0087-E0A4-7848-B45F-A95E780A486D}"/>
              </a:ext>
            </a:extLst>
          </p:cNvPr>
          <p:cNvSpPr>
            <a:spLocks noGrp="1"/>
          </p:cNvSpPr>
          <p:nvPr>
            <p:ph type="body" sz="quarter" idx="32" hasCustomPrompt="1"/>
          </p:nvPr>
        </p:nvSpPr>
        <p:spPr>
          <a:xfrm>
            <a:off x="3381600" y="3500662"/>
            <a:ext cx="2714400" cy="365091"/>
          </a:xfrm>
          <a:prstGeom prst="rect">
            <a:avLst/>
          </a:prstGeom>
        </p:spPr>
        <p:txBody>
          <a:bodyPr wrap="square" tIns="72000" anchor="t">
            <a:spAutoFit/>
          </a:bodyPr>
          <a:lstStyle>
            <a:lvl1pPr marL="0" indent="0" algn="ctr">
              <a:lnSpc>
                <a:spcPct val="100000"/>
              </a:lnSpc>
              <a:buNone/>
              <a:defRPr sz="1600" b="0" i="0">
                <a:solidFill>
                  <a:schemeClr val="tx2"/>
                </a:solidFill>
                <a:latin typeface="Equip Extended Light" panose="02000503000000020004" pitchFamily="2" charset="77"/>
              </a:defRPr>
            </a:lvl1pPr>
          </a:lstStyle>
          <a:p>
            <a:pPr lvl="0"/>
            <a:r>
              <a:rPr lang="en-GB"/>
              <a:t>Edit description</a:t>
            </a:r>
          </a:p>
        </p:txBody>
      </p:sp>
      <p:sp>
        <p:nvSpPr>
          <p:cNvPr id="16" name="Text Placeholder 7">
            <a:extLst>
              <a:ext uri="{FF2B5EF4-FFF2-40B4-BE49-F238E27FC236}">
                <a16:creationId xmlns:a16="http://schemas.microsoft.com/office/drawing/2014/main" id="{883CD8C0-F610-914A-A077-CB6A373027DA}"/>
              </a:ext>
            </a:extLst>
          </p:cNvPr>
          <p:cNvSpPr>
            <a:spLocks noGrp="1"/>
          </p:cNvSpPr>
          <p:nvPr>
            <p:ph type="body" sz="quarter" idx="33" hasCustomPrompt="1"/>
          </p:nvPr>
        </p:nvSpPr>
        <p:spPr>
          <a:xfrm>
            <a:off x="3381598" y="2605289"/>
            <a:ext cx="2714400" cy="857533"/>
          </a:xfrm>
          <a:prstGeom prst="rect">
            <a:avLst/>
          </a:prstGeom>
        </p:spPr>
        <p:txBody>
          <a:bodyPr wrap="square" tIns="72000" anchor="b">
            <a:spAutoFit/>
          </a:bodyPr>
          <a:lstStyle>
            <a:lvl1pPr marL="0" indent="0" algn="ctr">
              <a:lnSpc>
                <a:spcPct val="100000"/>
              </a:lnSpc>
              <a:buNone/>
              <a:defRPr sz="4800" b="1" i="0">
                <a:solidFill>
                  <a:schemeClr val="tx2"/>
                </a:solidFill>
                <a:latin typeface="Equip Extended" panose="02000503030000020004" pitchFamily="2" charset="77"/>
              </a:defRPr>
            </a:lvl1pPr>
          </a:lstStyle>
          <a:p>
            <a:pPr lvl="0"/>
            <a:r>
              <a:rPr lang="en-GB"/>
              <a:t>30</a:t>
            </a:r>
          </a:p>
        </p:txBody>
      </p:sp>
      <p:sp>
        <p:nvSpPr>
          <p:cNvPr id="17" name="Text Placeholder 7">
            <a:extLst>
              <a:ext uri="{FF2B5EF4-FFF2-40B4-BE49-F238E27FC236}">
                <a16:creationId xmlns:a16="http://schemas.microsoft.com/office/drawing/2014/main" id="{C5EE4C83-AD16-254D-A9B0-751A598A052C}"/>
              </a:ext>
            </a:extLst>
          </p:cNvPr>
          <p:cNvSpPr>
            <a:spLocks noGrp="1"/>
          </p:cNvSpPr>
          <p:nvPr>
            <p:ph type="body" sz="quarter" idx="34" hasCustomPrompt="1"/>
          </p:nvPr>
        </p:nvSpPr>
        <p:spPr>
          <a:xfrm>
            <a:off x="6096000" y="3500662"/>
            <a:ext cx="2714400" cy="365091"/>
          </a:xfrm>
          <a:prstGeom prst="rect">
            <a:avLst/>
          </a:prstGeom>
        </p:spPr>
        <p:txBody>
          <a:bodyPr wrap="square" tIns="72000" anchor="t">
            <a:spAutoFit/>
          </a:bodyPr>
          <a:lstStyle>
            <a:lvl1pPr marL="0" indent="0" algn="ctr">
              <a:lnSpc>
                <a:spcPct val="100000"/>
              </a:lnSpc>
              <a:buNone/>
              <a:defRPr sz="1600" b="0" i="0">
                <a:solidFill>
                  <a:schemeClr val="tx2"/>
                </a:solidFill>
                <a:latin typeface="Equip Extended Light" panose="02000503000000020004" pitchFamily="2" charset="77"/>
              </a:defRPr>
            </a:lvl1pPr>
          </a:lstStyle>
          <a:p>
            <a:pPr lvl="0"/>
            <a:r>
              <a:rPr lang="en-GB"/>
              <a:t>Edit description</a:t>
            </a:r>
          </a:p>
        </p:txBody>
      </p:sp>
      <p:sp>
        <p:nvSpPr>
          <p:cNvPr id="18" name="Text Placeholder 7">
            <a:extLst>
              <a:ext uri="{FF2B5EF4-FFF2-40B4-BE49-F238E27FC236}">
                <a16:creationId xmlns:a16="http://schemas.microsoft.com/office/drawing/2014/main" id="{03FD8D13-55DC-E742-87D4-EB8FD319EEA6}"/>
              </a:ext>
            </a:extLst>
          </p:cNvPr>
          <p:cNvSpPr>
            <a:spLocks noGrp="1"/>
          </p:cNvSpPr>
          <p:nvPr>
            <p:ph type="body" sz="quarter" idx="35" hasCustomPrompt="1"/>
          </p:nvPr>
        </p:nvSpPr>
        <p:spPr>
          <a:xfrm>
            <a:off x="6095998" y="2605289"/>
            <a:ext cx="2714400" cy="857533"/>
          </a:xfrm>
          <a:prstGeom prst="rect">
            <a:avLst/>
          </a:prstGeom>
        </p:spPr>
        <p:txBody>
          <a:bodyPr wrap="square" tIns="72000" anchor="b">
            <a:spAutoFit/>
          </a:bodyPr>
          <a:lstStyle>
            <a:lvl1pPr marL="0" indent="0" algn="ctr">
              <a:lnSpc>
                <a:spcPct val="100000"/>
              </a:lnSpc>
              <a:buNone/>
              <a:defRPr sz="4800" b="1" i="0">
                <a:solidFill>
                  <a:schemeClr val="tx2"/>
                </a:solidFill>
                <a:latin typeface="Equip Extended" panose="02000503030000020004" pitchFamily="2" charset="77"/>
              </a:defRPr>
            </a:lvl1pPr>
          </a:lstStyle>
          <a:p>
            <a:pPr lvl="0"/>
            <a:r>
              <a:rPr lang="en-GB"/>
              <a:t>80+</a:t>
            </a:r>
          </a:p>
        </p:txBody>
      </p:sp>
      <p:sp>
        <p:nvSpPr>
          <p:cNvPr id="20" name="Text Placeholder 7">
            <a:extLst>
              <a:ext uri="{FF2B5EF4-FFF2-40B4-BE49-F238E27FC236}">
                <a16:creationId xmlns:a16="http://schemas.microsoft.com/office/drawing/2014/main" id="{16C8591E-250B-B34C-8747-FC680D1942EC}"/>
              </a:ext>
            </a:extLst>
          </p:cNvPr>
          <p:cNvSpPr>
            <a:spLocks noGrp="1"/>
          </p:cNvSpPr>
          <p:nvPr>
            <p:ph type="body" sz="quarter" idx="36" hasCustomPrompt="1"/>
          </p:nvPr>
        </p:nvSpPr>
        <p:spPr>
          <a:xfrm>
            <a:off x="8810400" y="3500662"/>
            <a:ext cx="2714400" cy="365091"/>
          </a:xfrm>
          <a:prstGeom prst="rect">
            <a:avLst/>
          </a:prstGeom>
        </p:spPr>
        <p:txBody>
          <a:bodyPr wrap="square" tIns="72000" anchor="t">
            <a:spAutoFit/>
          </a:bodyPr>
          <a:lstStyle>
            <a:lvl1pPr marL="0" indent="0" algn="ctr">
              <a:lnSpc>
                <a:spcPct val="100000"/>
              </a:lnSpc>
              <a:buNone/>
              <a:defRPr sz="1600" b="0" i="0">
                <a:solidFill>
                  <a:schemeClr val="tx2"/>
                </a:solidFill>
                <a:latin typeface="Equip Extended Light" panose="02000503000000020004" pitchFamily="2" charset="77"/>
              </a:defRPr>
            </a:lvl1pPr>
          </a:lstStyle>
          <a:p>
            <a:pPr lvl="0"/>
            <a:r>
              <a:rPr lang="en-GB"/>
              <a:t>Edit description</a:t>
            </a:r>
          </a:p>
        </p:txBody>
      </p:sp>
      <p:sp>
        <p:nvSpPr>
          <p:cNvPr id="21" name="Text Placeholder 7">
            <a:extLst>
              <a:ext uri="{FF2B5EF4-FFF2-40B4-BE49-F238E27FC236}">
                <a16:creationId xmlns:a16="http://schemas.microsoft.com/office/drawing/2014/main" id="{2675FBF8-AC32-2148-BE3C-FD26BBB8104C}"/>
              </a:ext>
            </a:extLst>
          </p:cNvPr>
          <p:cNvSpPr>
            <a:spLocks noGrp="1"/>
          </p:cNvSpPr>
          <p:nvPr>
            <p:ph type="body" sz="quarter" idx="37" hasCustomPrompt="1"/>
          </p:nvPr>
        </p:nvSpPr>
        <p:spPr>
          <a:xfrm>
            <a:off x="8810398" y="2605289"/>
            <a:ext cx="2714400" cy="857533"/>
          </a:xfrm>
          <a:prstGeom prst="rect">
            <a:avLst/>
          </a:prstGeom>
        </p:spPr>
        <p:txBody>
          <a:bodyPr wrap="square" tIns="72000" anchor="b">
            <a:spAutoFit/>
          </a:bodyPr>
          <a:lstStyle>
            <a:lvl1pPr marL="0" indent="0" algn="ctr">
              <a:lnSpc>
                <a:spcPct val="100000"/>
              </a:lnSpc>
              <a:buNone/>
              <a:defRPr sz="4800" b="1" i="0">
                <a:solidFill>
                  <a:schemeClr val="tx2"/>
                </a:solidFill>
                <a:latin typeface="Equip Extended" panose="02000503030000020004" pitchFamily="2" charset="77"/>
              </a:defRPr>
            </a:lvl1pPr>
          </a:lstStyle>
          <a:p>
            <a:pPr lvl="0"/>
            <a:r>
              <a:rPr lang="en-GB"/>
              <a:t>8,400</a:t>
            </a:r>
          </a:p>
        </p:txBody>
      </p:sp>
      <p:sp>
        <p:nvSpPr>
          <p:cNvPr id="15" name="Text Placeholder 7">
            <a:extLst>
              <a:ext uri="{FF2B5EF4-FFF2-40B4-BE49-F238E27FC236}">
                <a16:creationId xmlns:a16="http://schemas.microsoft.com/office/drawing/2014/main" id="{9DC2C14C-9EC2-194E-865F-584B25F4495B}"/>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3" name="Title 1">
            <a:extLst>
              <a:ext uri="{FF2B5EF4-FFF2-40B4-BE49-F238E27FC236}">
                <a16:creationId xmlns:a16="http://schemas.microsoft.com/office/drawing/2014/main" id="{452F5668-36D5-EB4B-8289-165433B96778}"/>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4" name="Text Placeholder 7">
            <a:extLst>
              <a:ext uri="{FF2B5EF4-FFF2-40B4-BE49-F238E27FC236}">
                <a16:creationId xmlns:a16="http://schemas.microsoft.com/office/drawing/2014/main" id="{1CF66929-3E91-ED4F-A55B-BD483966B32D}"/>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896551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3_People List">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3741371"/>
            <a:ext cx="1774800" cy="334313"/>
          </a:xfrm>
          <a:prstGeom prst="rect">
            <a:avLst/>
          </a:prstGeom>
        </p:spPr>
        <p:txBody>
          <a:bodyPr wrap="square" tIns="72000" anchor="t">
            <a:spAutoFit/>
          </a:bodyPr>
          <a:lstStyle>
            <a:lvl1pPr marL="0" indent="0" algn="ctr">
              <a:lnSpc>
                <a:spcPct val="100000"/>
              </a:lnSpc>
              <a:buNone/>
              <a:defRPr sz="1400" b="1" i="0">
                <a:solidFill>
                  <a:schemeClr val="tx1"/>
                </a:solidFill>
                <a:latin typeface="Equip Extended" panose="02000503030000020004" pitchFamily="2" charset="77"/>
              </a:defRPr>
            </a:lvl1pPr>
          </a:lstStyle>
          <a:p>
            <a:pPr lvl="0"/>
            <a:r>
              <a:rPr lang="en-GB"/>
              <a:t>Edit name</a:t>
            </a:r>
          </a:p>
        </p:txBody>
      </p:sp>
      <p:sp>
        <p:nvSpPr>
          <p:cNvPr id="49" name="Image">
            <a:extLst>
              <a:ext uri="{FF2B5EF4-FFF2-40B4-BE49-F238E27FC236}">
                <a16:creationId xmlns:a16="http://schemas.microsoft.com/office/drawing/2014/main" id="{90D32E6D-2F9B-A946-8E9F-EE9BEB85E5C0}"/>
              </a:ext>
            </a:extLst>
          </p:cNvPr>
          <p:cNvSpPr>
            <a:spLocks noGrp="1" noChangeAspect="1"/>
          </p:cNvSpPr>
          <p:nvPr>
            <p:ph type="pic" sz="quarter" idx="30"/>
          </p:nvPr>
        </p:nvSpPr>
        <p:spPr>
          <a:xfrm>
            <a:off x="1195198" y="2034971"/>
            <a:ext cx="1544400" cy="15444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50" name="Text Placeholder 7">
            <a:extLst>
              <a:ext uri="{FF2B5EF4-FFF2-40B4-BE49-F238E27FC236}">
                <a16:creationId xmlns:a16="http://schemas.microsoft.com/office/drawing/2014/main" id="{57B9C421-650C-EC49-B411-E4D55A0DF93E}"/>
              </a:ext>
            </a:extLst>
          </p:cNvPr>
          <p:cNvSpPr>
            <a:spLocks noGrp="1"/>
          </p:cNvSpPr>
          <p:nvPr>
            <p:ph type="body" sz="quarter" idx="31" hasCustomPrompt="1"/>
          </p:nvPr>
        </p:nvSpPr>
        <p:spPr>
          <a:xfrm>
            <a:off x="31428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1" name="Text Placeholder 7">
            <a:extLst>
              <a:ext uri="{FF2B5EF4-FFF2-40B4-BE49-F238E27FC236}">
                <a16:creationId xmlns:a16="http://schemas.microsoft.com/office/drawing/2014/main" id="{ACF4ACF8-36CF-0F40-9D35-1445BB76D034}"/>
              </a:ext>
            </a:extLst>
          </p:cNvPr>
          <p:cNvSpPr>
            <a:spLocks noGrp="1"/>
          </p:cNvSpPr>
          <p:nvPr>
            <p:ph type="body" sz="quarter" idx="32" hasCustomPrompt="1"/>
          </p:nvPr>
        </p:nvSpPr>
        <p:spPr>
          <a:xfrm>
            <a:off x="3142800" y="3741371"/>
            <a:ext cx="1774800" cy="334313"/>
          </a:xfrm>
          <a:prstGeom prst="rect">
            <a:avLst/>
          </a:prstGeom>
        </p:spPr>
        <p:txBody>
          <a:bodyPr wrap="square" tIns="72000" anchor="t">
            <a:spAutoFit/>
          </a:bodyPr>
          <a:lstStyle>
            <a:lvl1pPr marL="0" indent="0" algn="ctr">
              <a:lnSpc>
                <a:spcPct val="100000"/>
              </a:lnSpc>
              <a:buNone/>
              <a:defRPr sz="1400" b="1" i="0">
                <a:solidFill>
                  <a:schemeClr val="tx1"/>
                </a:solidFill>
                <a:latin typeface="Equip Extended" panose="02000503030000020004" pitchFamily="2" charset="77"/>
              </a:defRPr>
            </a:lvl1pPr>
          </a:lstStyle>
          <a:p>
            <a:pPr lvl="0"/>
            <a:r>
              <a:rPr lang="en-GB"/>
              <a:t>Edit name</a:t>
            </a:r>
          </a:p>
        </p:txBody>
      </p:sp>
      <p:sp>
        <p:nvSpPr>
          <p:cNvPr id="52" name="Image">
            <a:extLst>
              <a:ext uri="{FF2B5EF4-FFF2-40B4-BE49-F238E27FC236}">
                <a16:creationId xmlns:a16="http://schemas.microsoft.com/office/drawing/2014/main" id="{53322F9F-2968-5A47-AB2B-8293DB67C26E}"/>
              </a:ext>
            </a:extLst>
          </p:cNvPr>
          <p:cNvSpPr>
            <a:spLocks noGrp="1" noChangeAspect="1"/>
          </p:cNvSpPr>
          <p:nvPr>
            <p:ph type="pic" sz="quarter" idx="33"/>
          </p:nvPr>
        </p:nvSpPr>
        <p:spPr>
          <a:xfrm>
            <a:off x="3258000" y="2034971"/>
            <a:ext cx="1544400" cy="15444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53" name="Text Placeholder 7">
            <a:extLst>
              <a:ext uri="{FF2B5EF4-FFF2-40B4-BE49-F238E27FC236}">
                <a16:creationId xmlns:a16="http://schemas.microsoft.com/office/drawing/2014/main" id="{AF139140-3AD7-A64F-8A10-6C49DDEF63F0}"/>
              </a:ext>
            </a:extLst>
          </p:cNvPr>
          <p:cNvSpPr>
            <a:spLocks noGrp="1"/>
          </p:cNvSpPr>
          <p:nvPr>
            <p:ph type="body" sz="quarter" idx="34" hasCustomPrompt="1"/>
          </p:nvPr>
        </p:nvSpPr>
        <p:spPr>
          <a:xfrm>
            <a:off x="52056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4" name="Text Placeholder 7">
            <a:extLst>
              <a:ext uri="{FF2B5EF4-FFF2-40B4-BE49-F238E27FC236}">
                <a16:creationId xmlns:a16="http://schemas.microsoft.com/office/drawing/2014/main" id="{5BA2427D-8278-344C-8D14-74032783FA2C}"/>
              </a:ext>
            </a:extLst>
          </p:cNvPr>
          <p:cNvSpPr>
            <a:spLocks noGrp="1"/>
          </p:cNvSpPr>
          <p:nvPr>
            <p:ph type="body" sz="quarter" idx="35" hasCustomPrompt="1"/>
          </p:nvPr>
        </p:nvSpPr>
        <p:spPr>
          <a:xfrm>
            <a:off x="5205600" y="3741371"/>
            <a:ext cx="1774800" cy="334313"/>
          </a:xfrm>
          <a:prstGeom prst="rect">
            <a:avLst/>
          </a:prstGeom>
        </p:spPr>
        <p:txBody>
          <a:bodyPr wrap="square" tIns="72000" anchor="t">
            <a:spAutoFit/>
          </a:bodyPr>
          <a:lstStyle>
            <a:lvl1pPr marL="0" indent="0" algn="ctr">
              <a:lnSpc>
                <a:spcPct val="100000"/>
              </a:lnSpc>
              <a:buNone/>
              <a:defRPr sz="1400" b="1" i="0">
                <a:solidFill>
                  <a:schemeClr val="tx1"/>
                </a:solidFill>
                <a:latin typeface="Equip Extended" panose="02000503030000020004" pitchFamily="2" charset="77"/>
              </a:defRPr>
            </a:lvl1pPr>
          </a:lstStyle>
          <a:p>
            <a:pPr lvl="0"/>
            <a:r>
              <a:rPr lang="en-GB"/>
              <a:t>Edit name</a:t>
            </a:r>
          </a:p>
        </p:txBody>
      </p:sp>
      <p:sp>
        <p:nvSpPr>
          <p:cNvPr id="55" name="Text Placeholder 7">
            <a:extLst>
              <a:ext uri="{FF2B5EF4-FFF2-40B4-BE49-F238E27FC236}">
                <a16:creationId xmlns:a16="http://schemas.microsoft.com/office/drawing/2014/main" id="{369524A2-DBBD-DC45-A829-5A08B11CA0D0}"/>
              </a:ext>
            </a:extLst>
          </p:cNvPr>
          <p:cNvSpPr>
            <a:spLocks noGrp="1"/>
          </p:cNvSpPr>
          <p:nvPr>
            <p:ph type="body" sz="quarter" idx="36" hasCustomPrompt="1"/>
          </p:nvPr>
        </p:nvSpPr>
        <p:spPr>
          <a:xfrm>
            <a:off x="72684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6" name="Text Placeholder 7">
            <a:extLst>
              <a:ext uri="{FF2B5EF4-FFF2-40B4-BE49-F238E27FC236}">
                <a16:creationId xmlns:a16="http://schemas.microsoft.com/office/drawing/2014/main" id="{97E9E8E8-1F1F-BC43-BE69-31D84DB07E47}"/>
              </a:ext>
            </a:extLst>
          </p:cNvPr>
          <p:cNvSpPr>
            <a:spLocks noGrp="1"/>
          </p:cNvSpPr>
          <p:nvPr>
            <p:ph type="body" sz="quarter" idx="37" hasCustomPrompt="1"/>
          </p:nvPr>
        </p:nvSpPr>
        <p:spPr>
          <a:xfrm>
            <a:off x="7268400" y="3741371"/>
            <a:ext cx="1774800" cy="334313"/>
          </a:xfrm>
          <a:prstGeom prst="rect">
            <a:avLst/>
          </a:prstGeom>
        </p:spPr>
        <p:txBody>
          <a:bodyPr wrap="square" tIns="72000" anchor="t">
            <a:spAutoFit/>
          </a:bodyPr>
          <a:lstStyle>
            <a:lvl1pPr marL="0" indent="0" algn="ctr">
              <a:lnSpc>
                <a:spcPct val="100000"/>
              </a:lnSpc>
              <a:buNone/>
              <a:defRPr sz="1400" b="1" i="0">
                <a:solidFill>
                  <a:schemeClr val="tx1"/>
                </a:solidFill>
                <a:latin typeface="Equip Extended" panose="02000503030000020004" pitchFamily="2" charset="77"/>
              </a:defRPr>
            </a:lvl1pPr>
          </a:lstStyle>
          <a:p>
            <a:pPr lvl="0"/>
            <a:r>
              <a:rPr lang="en-GB"/>
              <a:t>Edit name</a:t>
            </a:r>
          </a:p>
        </p:txBody>
      </p:sp>
      <p:sp>
        <p:nvSpPr>
          <p:cNvPr id="57" name="Text Placeholder 7">
            <a:extLst>
              <a:ext uri="{FF2B5EF4-FFF2-40B4-BE49-F238E27FC236}">
                <a16:creationId xmlns:a16="http://schemas.microsoft.com/office/drawing/2014/main" id="{3E4063F9-D070-FF4E-9F42-EB6A97C878E2}"/>
              </a:ext>
            </a:extLst>
          </p:cNvPr>
          <p:cNvSpPr>
            <a:spLocks noGrp="1"/>
          </p:cNvSpPr>
          <p:nvPr>
            <p:ph type="body" sz="quarter" idx="38" hasCustomPrompt="1"/>
          </p:nvPr>
        </p:nvSpPr>
        <p:spPr>
          <a:xfrm>
            <a:off x="93312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8" name="Text Placeholder 7">
            <a:extLst>
              <a:ext uri="{FF2B5EF4-FFF2-40B4-BE49-F238E27FC236}">
                <a16:creationId xmlns:a16="http://schemas.microsoft.com/office/drawing/2014/main" id="{D2899312-03FA-894C-BBC4-808F53A54641}"/>
              </a:ext>
            </a:extLst>
          </p:cNvPr>
          <p:cNvSpPr>
            <a:spLocks noGrp="1"/>
          </p:cNvSpPr>
          <p:nvPr>
            <p:ph type="body" sz="quarter" idx="39" hasCustomPrompt="1"/>
          </p:nvPr>
        </p:nvSpPr>
        <p:spPr>
          <a:xfrm>
            <a:off x="9331200" y="3741371"/>
            <a:ext cx="1774800" cy="334313"/>
          </a:xfrm>
          <a:prstGeom prst="rect">
            <a:avLst/>
          </a:prstGeom>
        </p:spPr>
        <p:txBody>
          <a:bodyPr wrap="square" tIns="72000" anchor="t">
            <a:spAutoFit/>
          </a:bodyPr>
          <a:lstStyle>
            <a:lvl1pPr marL="0" indent="0" algn="ctr">
              <a:lnSpc>
                <a:spcPct val="100000"/>
              </a:lnSpc>
              <a:buNone/>
              <a:defRPr sz="1400" b="1" i="0">
                <a:solidFill>
                  <a:schemeClr val="tx1"/>
                </a:solidFill>
                <a:latin typeface="Equip Extended" panose="02000503030000020004" pitchFamily="2" charset="77"/>
              </a:defRPr>
            </a:lvl1pPr>
          </a:lstStyle>
          <a:p>
            <a:pPr lvl="0"/>
            <a:r>
              <a:rPr lang="en-GB"/>
              <a:t>Edit name</a:t>
            </a:r>
          </a:p>
        </p:txBody>
      </p:sp>
      <p:sp>
        <p:nvSpPr>
          <p:cNvPr id="59" name="Image">
            <a:extLst>
              <a:ext uri="{FF2B5EF4-FFF2-40B4-BE49-F238E27FC236}">
                <a16:creationId xmlns:a16="http://schemas.microsoft.com/office/drawing/2014/main" id="{3720BC6D-F004-A143-8E09-73C57B839CBE}"/>
              </a:ext>
            </a:extLst>
          </p:cNvPr>
          <p:cNvSpPr>
            <a:spLocks noGrp="1" noChangeAspect="1"/>
          </p:cNvSpPr>
          <p:nvPr>
            <p:ph type="pic" sz="quarter" idx="40"/>
          </p:nvPr>
        </p:nvSpPr>
        <p:spPr>
          <a:xfrm>
            <a:off x="5320800" y="2034971"/>
            <a:ext cx="1544400" cy="15444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60" name="Image">
            <a:extLst>
              <a:ext uri="{FF2B5EF4-FFF2-40B4-BE49-F238E27FC236}">
                <a16:creationId xmlns:a16="http://schemas.microsoft.com/office/drawing/2014/main" id="{A09925BE-2C3A-2243-B0CE-9C6099B2B80C}"/>
              </a:ext>
            </a:extLst>
          </p:cNvPr>
          <p:cNvSpPr>
            <a:spLocks noGrp="1" noChangeAspect="1"/>
          </p:cNvSpPr>
          <p:nvPr>
            <p:ph type="pic" sz="quarter" idx="41"/>
          </p:nvPr>
        </p:nvSpPr>
        <p:spPr>
          <a:xfrm>
            <a:off x="7383600" y="2034971"/>
            <a:ext cx="1544400" cy="15444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61" name="Image">
            <a:extLst>
              <a:ext uri="{FF2B5EF4-FFF2-40B4-BE49-F238E27FC236}">
                <a16:creationId xmlns:a16="http://schemas.microsoft.com/office/drawing/2014/main" id="{8E465173-E51D-4A49-BB34-124A25DC0E94}"/>
              </a:ext>
            </a:extLst>
          </p:cNvPr>
          <p:cNvSpPr>
            <a:spLocks noGrp="1" noChangeAspect="1"/>
          </p:cNvSpPr>
          <p:nvPr>
            <p:ph type="pic" sz="quarter" idx="42"/>
          </p:nvPr>
        </p:nvSpPr>
        <p:spPr>
          <a:xfrm>
            <a:off x="9446400" y="2034971"/>
            <a:ext cx="1544400" cy="15444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2" name="Text Placeholder 7">
            <a:extLst>
              <a:ext uri="{FF2B5EF4-FFF2-40B4-BE49-F238E27FC236}">
                <a16:creationId xmlns:a16="http://schemas.microsoft.com/office/drawing/2014/main" id="{8D606845-63F3-E744-8637-5AEC1CCF2C72}"/>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3" name="Title 1">
            <a:extLst>
              <a:ext uri="{FF2B5EF4-FFF2-40B4-BE49-F238E27FC236}">
                <a16:creationId xmlns:a16="http://schemas.microsoft.com/office/drawing/2014/main" id="{2F5E337E-5363-444E-B64C-151EE01A0A1C}"/>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4" name="Text Placeholder 7">
            <a:extLst>
              <a:ext uri="{FF2B5EF4-FFF2-40B4-BE49-F238E27FC236}">
                <a16:creationId xmlns:a16="http://schemas.microsoft.com/office/drawing/2014/main" id="{934BD3B4-D644-2449-A94B-02668B5CF722}"/>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701297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7_4_Icons List">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3741371"/>
            <a:ext cx="1774800" cy="334313"/>
          </a:xfrm>
          <a:prstGeom prst="rect">
            <a:avLst/>
          </a:prstGeom>
        </p:spPr>
        <p:txBody>
          <a:bodyPr wrap="square" tIns="72000" anchor="t">
            <a:spAutoFit/>
          </a:bodyPr>
          <a:lstStyle>
            <a:lvl1pPr marL="0" indent="0" algn="ctr">
              <a:lnSpc>
                <a:spcPct val="100000"/>
              </a:lnSpc>
              <a:buNone/>
              <a:defRPr sz="1400" b="1" i="0">
                <a:solidFill>
                  <a:schemeClr val="tx2"/>
                </a:solidFill>
                <a:latin typeface="Equip Extended" panose="02000503030000020004" pitchFamily="2" charset="77"/>
              </a:defRPr>
            </a:lvl1pPr>
          </a:lstStyle>
          <a:p>
            <a:pPr lvl="0"/>
            <a:r>
              <a:rPr lang="en-GB"/>
              <a:t>Edit title</a:t>
            </a:r>
          </a:p>
        </p:txBody>
      </p:sp>
      <p:sp>
        <p:nvSpPr>
          <p:cNvPr id="50" name="Text Placeholder 7">
            <a:extLst>
              <a:ext uri="{FF2B5EF4-FFF2-40B4-BE49-F238E27FC236}">
                <a16:creationId xmlns:a16="http://schemas.microsoft.com/office/drawing/2014/main" id="{57B9C421-650C-EC49-B411-E4D55A0DF93E}"/>
              </a:ext>
            </a:extLst>
          </p:cNvPr>
          <p:cNvSpPr>
            <a:spLocks noGrp="1"/>
          </p:cNvSpPr>
          <p:nvPr>
            <p:ph type="body" sz="quarter" idx="31" hasCustomPrompt="1"/>
          </p:nvPr>
        </p:nvSpPr>
        <p:spPr>
          <a:xfrm>
            <a:off x="31428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1" name="Text Placeholder 7">
            <a:extLst>
              <a:ext uri="{FF2B5EF4-FFF2-40B4-BE49-F238E27FC236}">
                <a16:creationId xmlns:a16="http://schemas.microsoft.com/office/drawing/2014/main" id="{ACF4ACF8-36CF-0F40-9D35-1445BB76D034}"/>
              </a:ext>
            </a:extLst>
          </p:cNvPr>
          <p:cNvSpPr>
            <a:spLocks noGrp="1"/>
          </p:cNvSpPr>
          <p:nvPr>
            <p:ph type="body" sz="quarter" idx="32" hasCustomPrompt="1"/>
          </p:nvPr>
        </p:nvSpPr>
        <p:spPr>
          <a:xfrm>
            <a:off x="3142800" y="3741371"/>
            <a:ext cx="1774800" cy="334313"/>
          </a:xfrm>
          <a:prstGeom prst="rect">
            <a:avLst/>
          </a:prstGeom>
        </p:spPr>
        <p:txBody>
          <a:bodyPr wrap="square" tIns="72000" anchor="t">
            <a:spAutoFit/>
          </a:bodyPr>
          <a:lstStyle>
            <a:lvl1pPr marL="0" indent="0" algn="ctr">
              <a:lnSpc>
                <a:spcPct val="100000"/>
              </a:lnSpc>
              <a:buNone/>
              <a:defRPr sz="1400" b="1" i="0">
                <a:solidFill>
                  <a:schemeClr val="tx2"/>
                </a:solidFill>
                <a:latin typeface="Equip Extended" panose="02000503030000020004" pitchFamily="2" charset="77"/>
              </a:defRPr>
            </a:lvl1pPr>
          </a:lstStyle>
          <a:p>
            <a:pPr lvl="0"/>
            <a:r>
              <a:rPr lang="en-GB"/>
              <a:t>Edit title</a:t>
            </a:r>
          </a:p>
        </p:txBody>
      </p:sp>
      <p:sp>
        <p:nvSpPr>
          <p:cNvPr id="53" name="Text Placeholder 7">
            <a:extLst>
              <a:ext uri="{FF2B5EF4-FFF2-40B4-BE49-F238E27FC236}">
                <a16:creationId xmlns:a16="http://schemas.microsoft.com/office/drawing/2014/main" id="{AF139140-3AD7-A64F-8A10-6C49DDEF63F0}"/>
              </a:ext>
            </a:extLst>
          </p:cNvPr>
          <p:cNvSpPr>
            <a:spLocks noGrp="1"/>
          </p:cNvSpPr>
          <p:nvPr>
            <p:ph type="body" sz="quarter" idx="34" hasCustomPrompt="1"/>
          </p:nvPr>
        </p:nvSpPr>
        <p:spPr>
          <a:xfrm>
            <a:off x="52056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4" name="Text Placeholder 7">
            <a:extLst>
              <a:ext uri="{FF2B5EF4-FFF2-40B4-BE49-F238E27FC236}">
                <a16:creationId xmlns:a16="http://schemas.microsoft.com/office/drawing/2014/main" id="{5BA2427D-8278-344C-8D14-74032783FA2C}"/>
              </a:ext>
            </a:extLst>
          </p:cNvPr>
          <p:cNvSpPr>
            <a:spLocks noGrp="1"/>
          </p:cNvSpPr>
          <p:nvPr>
            <p:ph type="body" sz="quarter" idx="35" hasCustomPrompt="1"/>
          </p:nvPr>
        </p:nvSpPr>
        <p:spPr>
          <a:xfrm>
            <a:off x="5205600" y="3741371"/>
            <a:ext cx="1774800" cy="334313"/>
          </a:xfrm>
          <a:prstGeom prst="rect">
            <a:avLst/>
          </a:prstGeom>
        </p:spPr>
        <p:txBody>
          <a:bodyPr wrap="square" tIns="72000" anchor="t">
            <a:spAutoFit/>
          </a:bodyPr>
          <a:lstStyle>
            <a:lvl1pPr marL="0" indent="0" algn="ctr">
              <a:lnSpc>
                <a:spcPct val="100000"/>
              </a:lnSpc>
              <a:buNone/>
              <a:defRPr sz="1400" b="1" i="0">
                <a:solidFill>
                  <a:schemeClr val="tx2"/>
                </a:solidFill>
                <a:latin typeface="Equip Extended" panose="02000503030000020004" pitchFamily="2" charset="77"/>
              </a:defRPr>
            </a:lvl1pPr>
          </a:lstStyle>
          <a:p>
            <a:pPr lvl="0"/>
            <a:r>
              <a:rPr lang="en-GB"/>
              <a:t>Edit title</a:t>
            </a:r>
          </a:p>
        </p:txBody>
      </p:sp>
      <p:sp>
        <p:nvSpPr>
          <p:cNvPr id="55" name="Text Placeholder 7">
            <a:extLst>
              <a:ext uri="{FF2B5EF4-FFF2-40B4-BE49-F238E27FC236}">
                <a16:creationId xmlns:a16="http://schemas.microsoft.com/office/drawing/2014/main" id="{369524A2-DBBD-DC45-A829-5A08B11CA0D0}"/>
              </a:ext>
            </a:extLst>
          </p:cNvPr>
          <p:cNvSpPr>
            <a:spLocks noGrp="1"/>
          </p:cNvSpPr>
          <p:nvPr>
            <p:ph type="body" sz="quarter" idx="36" hasCustomPrompt="1"/>
          </p:nvPr>
        </p:nvSpPr>
        <p:spPr>
          <a:xfrm>
            <a:off x="72684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6" name="Text Placeholder 7">
            <a:extLst>
              <a:ext uri="{FF2B5EF4-FFF2-40B4-BE49-F238E27FC236}">
                <a16:creationId xmlns:a16="http://schemas.microsoft.com/office/drawing/2014/main" id="{97E9E8E8-1F1F-BC43-BE69-31D84DB07E47}"/>
              </a:ext>
            </a:extLst>
          </p:cNvPr>
          <p:cNvSpPr>
            <a:spLocks noGrp="1"/>
          </p:cNvSpPr>
          <p:nvPr>
            <p:ph type="body" sz="quarter" idx="37" hasCustomPrompt="1"/>
          </p:nvPr>
        </p:nvSpPr>
        <p:spPr>
          <a:xfrm>
            <a:off x="7268400" y="3741371"/>
            <a:ext cx="1774800" cy="334313"/>
          </a:xfrm>
          <a:prstGeom prst="rect">
            <a:avLst/>
          </a:prstGeom>
        </p:spPr>
        <p:txBody>
          <a:bodyPr wrap="square" tIns="72000" anchor="t">
            <a:spAutoFit/>
          </a:bodyPr>
          <a:lstStyle>
            <a:lvl1pPr marL="0" indent="0" algn="ctr">
              <a:lnSpc>
                <a:spcPct val="100000"/>
              </a:lnSpc>
              <a:buNone/>
              <a:defRPr sz="1400" b="1" i="0">
                <a:solidFill>
                  <a:schemeClr val="tx2"/>
                </a:solidFill>
                <a:latin typeface="Equip Extended" panose="02000503030000020004" pitchFamily="2" charset="77"/>
              </a:defRPr>
            </a:lvl1pPr>
          </a:lstStyle>
          <a:p>
            <a:pPr lvl="0"/>
            <a:r>
              <a:rPr lang="en-GB"/>
              <a:t>Edit title</a:t>
            </a:r>
          </a:p>
        </p:txBody>
      </p:sp>
      <p:sp>
        <p:nvSpPr>
          <p:cNvPr id="57" name="Text Placeholder 7">
            <a:extLst>
              <a:ext uri="{FF2B5EF4-FFF2-40B4-BE49-F238E27FC236}">
                <a16:creationId xmlns:a16="http://schemas.microsoft.com/office/drawing/2014/main" id="{3E4063F9-D070-FF4E-9F42-EB6A97C878E2}"/>
              </a:ext>
            </a:extLst>
          </p:cNvPr>
          <p:cNvSpPr>
            <a:spLocks noGrp="1"/>
          </p:cNvSpPr>
          <p:nvPr>
            <p:ph type="body" sz="quarter" idx="38" hasCustomPrompt="1"/>
          </p:nvPr>
        </p:nvSpPr>
        <p:spPr>
          <a:xfrm>
            <a:off x="9331200" y="4065371"/>
            <a:ext cx="1774800" cy="288147"/>
          </a:xfrm>
          <a:prstGeom prst="rect">
            <a:avLst/>
          </a:prstGeom>
        </p:spPr>
        <p:txBody>
          <a:bodyPr wrap="square" tIns="72000" anchor="t">
            <a:spAutoFit/>
          </a:bodyPr>
          <a:lstStyle>
            <a:lvl1pPr marL="0" indent="0" algn="ctr">
              <a:lnSpc>
                <a:spcPct val="100000"/>
              </a:lnSpc>
              <a:spcBef>
                <a:spcPts val="1000"/>
              </a:spcBef>
              <a:buNone/>
              <a:defRPr sz="1100" b="0" i="0">
                <a:solidFill>
                  <a:schemeClr val="tx2"/>
                </a:solidFill>
                <a:latin typeface="Equip Light" panose="02000503000000020004" pitchFamily="2" charset="77"/>
              </a:defRPr>
            </a:lvl1pPr>
          </a:lstStyle>
          <a:p>
            <a:pPr lvl="0"/>
            <a:r>
              <a:rPr lang="en-GB"/>
              <a:t>Edit  description</a:t>
            </a:r>
          </a:p>
        </p:txBody>
      </p:sp>
      <p:sp>
        <p:nvSpPr>
          <p:cNvPr id="58" name="Text Placeholder 7">
            <a:extLst>
              <a:ext uri="{FF2B5EF4-FFF2-40B4-BE49-F238E27FC236}">
                <a16:creationId xmlns:a16="http://schemas.microsoft.com/office/drawing/2014/main" id="{D2899312-03FA-894C-BBC4-808F53A54641}"/>
              </a:ext>
            </a:extLst>
          </p:cNvPr>
          <p:cNvSpPr>
            <a:spLocks noGrp="1"/>
          </p:cNvSpPr>
          <p:nvPr>
            <p:ph type="body" sz="quarter" idx="39" hasCustomPrompt="1"/>
          </p:nvPr>
        </p:nvSpPr>
        <p:spPr>
          <a:xfrm>
            <a:off x="9331200" y="3741371"/>
            <a:ext cx="1774800" cy="334313"/>
          </a:xfrm>
          <a:prstGeom prst="rect">
            <a:avLst/>
          </a:prstGeom>
        </p:spPr>
        <p:txBody>
          <a:bodyPr wrap="square" tIns="72000" anchor="t">
            <a:spAutoFit/>
          </a:bodyPr>
          <a:lstStyle>
            <a:lvl1pPr marL="0" indent="0" algn="ctr">
              <a:lnSpc>
                <a:spcPct val="100000"/>
              </a:lnSpc>
              <a:buNone/>
              <a:defRPr sz="1400" b="1" i="0">
                <a:solidFill>
                  <a:schemeClr val="tx2"/>
                </a:solidFill>
                <a:latin typeface="Equip Extended" panose="02000503030000020004" pitchFamily="2" charset="77"/>
              </a:defRPr>
            </a:lvl1pPr>
          </a:lstStyle>
          <a:p>
            <a:pPr lvl="0"/>
            <a:r>
              <a:rPr lang="en-GB"/>
              <a:t>Edit title</a:t>
            </a:r>
          </a:p>
        </p:txBody>
      </p:sp>
      <p:sp>
        <p:nvSpPr>
          <p:cNvPr id="22" name="Text Placeholder 7">
            <a:extLst>
              <a:ext uri="{FF2B5EF4-FFF2-40B4-BE49-F238E27FC236}">
                <a16:creationId xmlns:a16="http://schemas.microsoft.com/office/drawing/2014/main" id="{8D606845-63F3-E744-8637-5AEC1CCF2C72}"/>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3" name="Title 1">
            <a:extLst>
              <a:ext uri="{FF2B5EF4-FFF2-40B4-BE49-F238E27FC236}">
                <a16:creationId xmlns:a16="http://schemas.microsoft.com/office/drawing/2014/main" id="{2F5E337E-5363-444E-B64C-151EE01A0A1C}"/>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4" name="Text Placeholder 7">
            <a:extLst>
              <a:ext uri="{FF2B5EF4-FFF2-40B4-BE49-F238E27FC236}">
                <a16:creationId xmlns:a16="http://schemas.microsoft.com/office/drawing/2014/main" id="{934BD3B4-D644-2449-A94B-02668B5CF722}"/>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25" name="Image">
            <a:extLst>
              <a:ext uri="{FF2B5EF4-FFF2-40B4-BE49-F238E27FC236}">
                <a16:creationId xmlns:a16="http://schemas.microsoft.com/office/drawing/2014/main" id="{8885F84D-62B4-8846-B8B0-CD7961234D2D}"/>
              </a:ext>
            </a:extLst>
          </p:cNvPr>
          <p:cNvSpPr>
            <a:spLocks noGrp="1" noChangeAspect="1"/>
          </p:cNvSpPr>
          <p:nvPr>
            <p:ph type="pic" sz="quarter" idx="30"/>
          </p:nvPr>
        </p:nvSpPr>
        <p:spPr>
          <a:xfrm>
            <a:off x="1195198" y="2034971"/>
            <a:ext cx="1544400" cy="1544400"/>
          </a:xfrm>
          <a:prstGeom prst="rect">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6" name="Image">
            <a:extLst>
              <a:ext uri="{FF2B5EF4-FFF2-40B4-BE49-F238E27FC236}">
                <a16:creationId xmlns:a16="http://schemas.microsoft.com/office/drawing/2014/main" id="{6F545324-6895-6D47-A2F2-AFBFD0FF481B}"/>
              </a:ext>
            </a:extLst>
          </p:cNvPr>
          <p:cNvSpPr>
            <a:spLocks noGrp="1" noChangeAspect="1"/>
          </p:cNvSpPr>
          <p:nvPr>
            <p:ph type="pic" sz="quarter" idx="33"/>
          </p:nvPr>
        </p:nvSpPr>
        <p:spPr>
          <a:xfrm>
            <a:off x="3258000" y="2034971"/>
            <a:ext cx="1544400" cy="1544400"/>
          </a:xfrm>
          <a:prstGeom prst="rect">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7" name="Image">
            <a:extLst>
              <a:ext uri="{FF2B5EF4-FFF2-40B4-BE49-F238E27FC236}">
                <a16:creationId xmlns:a16="http://schemas.microsoft.com/office/drawing/2014/main" id="{64E66F48-CB29-B74E-8F70-D9D88A0B3F0F}"/>
              </a:ext>
            </a:extLst>
          </p:cNvPr>
          <p:cNvSpPr>
            <a:spLocks noGrp="1" noChangeAspect="1"/>
          </p:cNvSpPr>
          <p:nvPr>
            <p:ph type="pic" sz="quarter" idx="40"/>
          </p:nvPr>
        </p:nvSpPr>
        <p:spPr>
          <a:xfrm>
            <a:off x="5320800" y="2034971"/>
            <a:ext cx="1544400" cy="1544400"/>
          </a:xfrm>
          <a:prstGeom prst="rect">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8" name="Image">
            <a:extLst>
              <a:ext uri="{FF2B5EF4-FFF2-40B4-BE49-F238E27FC236}">
                <a16:creationId xmlns:a16="http://schemas.microsoft.com/office/drawing/2014/main" id="{1312175E-B6B6-7B41-B4A2-52A0E65EA5C7}"/>
              </a:ext>
            </a:extLst>
          </p:cNvPr>
          <p:cNvSpPr>
            <a:spLocks noGrp="1" noChangeAspect="1"/>
          </p:cNvSpPr>
          <p:nvPr>
            <p:ph type="pic" sz="quarter" idx="41"/>
          </p:nvPr>
        </p:nvSpPr>
        <p:spPr>
          <a:xfrm>
            <a:off x="7383600" y="2034971"/>
            <a:ext cx="1544400" cy="1544400"/>
          </a:xfrm>
          <a:prstGeom prst="rect">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9" name="Image">
            <a:extLst>
              <a:ext uri="{FF2B5EF4-FFF2-40B4-BE49-F238E27FC236}">
                <a16:creationId xmlns:a16="http://schemas.microsoft.com/office/drawing/2014/main" id="{E7C79046-3318-0F45-83B3-D00B008E7583}"/>
              </a:ext>
            </a:extLst>
          </p:cNvPr>
          <p:cNvSpPr>
            <a:spLocks noGrp="1" noChangeAspect="1"/>
          </p:cNvSpPr>
          <p:nvPr>
            <p:ph type="pic" sz="quarter" idx="42"/>
          </p:nvPr>
        </p:nvSpPr>
        <p:spPr>
          <a:xfrm>
            <a:off x="9446400" y="2034971"/>
            <a:ext cx="1544400" cy="1544400"/>
          </a:xfrm>
          <a:prstGeom prst="rect">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Tree>
    <p:extLst>
      <p:ext uri="{BB962C8B-B14F-4D97-AF65-F5344CB8AC3E}">
        <p14:creationId xmlns:p14="http://schemas.microsoft.com/office/powerpoint/2010/main" val="3997762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_1_Info Grid 6 Phot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1602250"/>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2808342"/>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2484250"/>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29" name="Picture Placeholder 2">
            <a:extLst>
              <a:ext uri="{FF2B5EF4-FFF2-40B4-BE49-F238E27FC236}">
                <a16:creationId xmlns:a16="http://schemas.microsoft.com/office/drawing/2014/main" id="{C815F6FA-FA4A-0D48-B250-FA15B10B2BAF}"/>
              </a:ext>
            </a:extLst>
          </p:cNvPr>
          <p:cNvSpPr>
            <a:spLocks noGrp="1"/>
          </p:cNvSpPr>
          <p:nvPr>
            <p:ph type="pic" sz="quarter" idx="14"/>
          </p:nvPr>
        </p:nvSpPr>
        <p:spPr>
          <a:xfrm>
            <a:off x="1079996" y="3577257"/>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30" name="Text Placeholder 7">
            <a:extLst>
              <a:ext uri="{FF2B5EF4-FFF2-40B4-BE49-F238E27FC236}">
                <a16:creationId xmlns:a16="http://schemas.microsoft.com/office/drawing/2014/main" id="{31AD72F1-2D57-A849-B179-ED5ECC5D261E}"/>
              </a:ext>
            </a:extLst>
          </p:cNvPr>
          <p:cNvSpPr>
            <a:spLocks noGrp="1"/>
          </p:cNvSpPr>
          <p:nvPr>
            <p:ph type="body" sz="quarter" idx="15" hasCustomPrompt="1"/>
          </p:nvPr>
        </p:nvSpPr>
        <p:spPr>
          <a:xfrm>
            <a:off x="1079996" y="4783350"/>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1" name="Text Placeholder 7">
            <a:extLst>
              <a:ext uri="{FF2B5EF4-FFF2-40B4-BE49-F238E27FC236}">
                <a16:creationId xmlns:a16="http://schemas.microsoft.com/office/drawing/2014/main" id="{52BD842F-676B-D54A-8CB2-A21AF7ECD226}"/>
              </a:ext>
            </a:extLst>
          </p:cNvPr>
          <p:cNvSpPr>
            <a:spLocks noGrp="1"/>
          </p:cNvSpPr>
          <p:nvPr>
            <p:ph type="body" sz="quarter" idx="16" hasCustomPrompt="1"/>
          </p:nvPr>
        </p:nvSpPr>
        <p:spPr>
          <a:xfrm>
            <a:off x="1079998" y="4459257"/>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2" name="Picture Placeholder 2">
            <a:extLst>
              <a:ext uri="{FF2B5EF4-FFF2-40B4-BE49-F238E27FC236}">
                <a16:creationId xmlns:a16="http://schemas.microsoft.com/office/drawing/2014/main" id="{862049ED-9F44-F547-B1DA-65C3ADFDD8CC}"/>
              </a:ext>
            </a:extLst>
          </p:cNvPr>
          <p:cNvSpPr>
            <a:spLocks noGrp="1"/>
          </p:cNvSpPr>
          <p:nvPr>
            <p:ph type="pic" sz="quarter" idx="17"/>
          </p:nvPr>
        </p:nvSpPr>
        <p:spPr>
          <a:xfrm>
            <a:off x="4615200" y="1601686"/>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33" name="Text Placeholder 7">
            <a:extLst>
              <a:ext uri="{FF2B5EF4-FFF2-40B4-BE49-F238E27FC236}">
                <a16:creationId xmlns:a16="http://schemas.microsoft.com/office/drawing/2014/main" id="{A3808C06-B826-5343-B051-30B66A008202}"/>
              </a:ext>
            </a:extLst>
          </p:cNvPr>
          <p:cNvSpPr>
            <a:spLocks noGrp="1"/>
          </p:cNvSpPr>
          <p:nvPr>
            <p:ph type="body" sz="quarter" idx="18" hasCustomPrompt="1"/>
          </p:nvPr>
        </p:nvSpPr>
        <p:spPr>
          <a:xfrm>
            <a:off x="4615200" y="2807778"/>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4" name="Text Placeholder 7">
            <a:extLst>
              <a:ext uri="{FF2B5EF4-FFF2-40B4-BE49-F238E27FC236}">
                <a16:creationId xmlns:a16="http://schemas.microsoft.com/office/drawing/2014/main" id="{AA63282C-1AB0-5649-94A0-37AAFE4BD403}"/>
              </a:ext>
            </a:extLst>
          </p:cNvPr>
          <p:cNvSpPr>
            <a:spLocks noGrp="1"/>
          </p:cNvSpPr>
          <p:nvPr>
            <p:ph type="body" sz="quarter" idx="19" hasCustomPrompt="1"/>
          </p:nvPr>
        </p:nvSpPr>
        <p:spPr>
          <a:xfrm>
            <a:off x="4615200" y="248368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5" name="Picture Placeholder 2">
            <a:extLst>
              <a:ext uri="{FF2B5EF4-FFF2-40B4-BE49-F238E27FC236}">
                <a16:creationId xmlns:a16="http://schemas.microsoft.com/office/drawing/2014/main" id="{8C090773-D50F-134A-A9EE-A2F377D60A95}"/>
              </a:ext>
            </a:extLst>
          </p:cNvPr>
          <p:cNvSpPr>
            <a:spLocks noGrp="1"/>
          </p:cNvSpPr>
          <p:nvPr>
            <p:ph type="pic" sz="quarter" idx="20"/>
          </p:nvPr>
        </p:nvSpPr>
        <p:spPr>
          <a:xfrm>
            <a:off x="4615200" y="3576693"/>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36" name="Text Placeholder 7">
            <a:extLst>
              <a:ext uri="{FF2B5EF4-FFF2-40B4-BE49-F238E27FC236}">
                <a16:creationId xmlns:a16="http://schemas.microsoft.com/office/drawing/2014/main" id="{D1B67FFB-6356-7B4A-AD9B-8C36E39A2BEA}"/>
              </a:ext>
            </a:extLst>
          </p:cNvPr>
          <p:cNvSpPr>
            <a:spLocks noGrp="1"/>
          </p:cNvSpPr>
          <p:nvPr>
            <p:ph type="body" sz="quarter" idx="21" hasCustomPrompt="1"/>
          </p:nvPr>
        </p:nvSpPr>
        <p:spPr>
          <a:xfrm>
            <a:off x="4615200" y="4782786"/>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7" name="Text Placeholder 7">
            <a:extLst>
              <a:ext uri="{FF2B5EF4-FFF2-40B4-BE49-F238E27FC236}">
                <a16:creationId xmlns:a16="http://schemas.microsoft.com/office/drawing/2014/main" id="{CC6A9331-7403-8C41-BA08-371BB5F2BF90}"/>
              </a:ext>
            </a:extLst>
          </p:cNvPr>
          <p:cNvSpPr>
            <a:spLocks noGrp="1"/>
          </p:cNvSpPr>
          <p:nvPr>
            <p:ph type="body" sz="quarter" idx="22" hasCustomPrompt="1"/>
          </p:nvPr>
        </p:nvSpPr>
        <p:spPr>
          <a:xfrm>
            <a:off x="4615200" y="4458693"/>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8" name="Picture Placeholder 2">
            <a:extLst>
              <a:ext uri="{FF2B5EF4-FFF2-40B4-BE49-F238E27FC236}">
                <a16:creationId xmlns:a16="http://schemas.microsoft.com/office/drawing/2014/main" id="{53C883FB-8C6F-304A-B2EB-1053EC429342}"/>
              </a:ext>
            </a:extLst>
          </p:cNvPr>
          <p:cNvSpPr>
            <a:spLocks noGrp="1"/>
          </p:cNvSpPr>
          <p:nvPr>
            <p:ph type="pic" sz="quarter" idx="23"/>
          </p:nvPr>
        </p:nvSpPr>
        <p:spPr>
          <a:xfrm>
            <a:off x="8150400" y="1601686"/>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39" name="Text Placeholder 7">
            <a:extLst>
              <a:ext uri="{FF2B5EF4-FFF2-40B4-BE49-F238E27FC236}">
                <a16:creationId xmlns:a16="http://schemas.microsoft.com/office/drawing/2014/main" id="{76AE97C1-AEF1-8748-9972-E8866894FA6C}"/>
              </a:ext>
            </a:extLst>
          </p:cNvPr>
          <p:cNvSpPr>
            <a:spLocks noGrp="1"/>
          </p:cNvSpPr>
          <p:nvPr>
            <p:ph type="body" sz="quarter" idx="24" hasCustomPrompt="1"/>
          </p:nvPr>
        </p:nvSpPr>
        <p:spPr>
          <a:xfrm>
            <a:off x="8150400" y="2807778"/>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40" name="Text Placeholder 7">
            <a:extLst>
              <a:ext uri="{FF2B5EF4-FFF2-40B4-BE49-F238E27FC236}">
                <a16:creationId xmlns:a16="http://schemas.microsoft.com/office/drawing/2014/main" id="{6703B4E2-4E83-6C40-8311-F8A7ADDD17F4}"/>
              </a:ext>
            </a:extLst>
          </p:cNvPr>
          <p:cNvSpPr>
            <a:spLocks noGrp="1"/>
          </p:cNvSpPr>
          <p:nvPr>
            <p:ph type="body" sz="quarter" idx="25" hasCustomPrompt="1"/>
          </p:nvPr>
        </p:nvSpPr>
        <p:spPr>
          <a:xfrm>
            <a:off x="8150400" y="248368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41" name="Picture Placeholder 2">
            <a:extLst>
              <a:ext uri="{FF2B5EF4-FFF2-40B4-BE49-F238E27FC236}">
                <a16:creationId xmlns:a16="http://schemas.microsoft.com/office/drawing/2014/main" id="{7D49163B-32BB-9F49-9510-4AB0299AE781}"/>
              </a:ext>
            </a:extLst>
          </p:cNvPr>
          <p:cNvSpPr>
            <a:spLocks noGrp="1"/>
          </p:cNvSpPr>
          <p:nvPr>
            <p:ph type="pic" sz="quarter" idx="26"/>
          </p:nvPr>
        </p:nvSpPr>
        <p:spPr>
          <a:xfrm>
            <a:off x="8150400" y="3576693"/>
            <a:ext cx="2959200" cy="720000"/>
          </a:xfrm>
          <a:solidFill>
            <a:srgbClr val="EFF1F5"/>
          </a:solidFill>
        </p:spPr>
        <p:txBody>
          <a:bodyPr/>
          <a:lstStyle>
            <a:lvl1pPr marL="0" indent="0">
              <a:buNone/>
              <a:defRPr>
                <a:noFill/>
              </a:defRPr>
            </a:lvl1pPr>
          </a:lstStyle>
          <a:p>
            <a:r>
              <a:rPr lang="en-US"/>
              <a:t>Click icon to add picture</a:t>
            </a:r>
            <a:endParaRPr lang="en-PT"/>
          </a:p>
        </p:txBody>
      </p:sp>
      <p:sp>
        <p:nvSpPr>
          <p:cNvPr id="42" name="Text Placeholder 7">
            <a:extLst>
              <a:ext uri="{FF2B5EF4-FFF2-40B4-BE49-F238E27FC236}">
                <a16:creationId xmlns:a16="http://schemas.microsoft.com/office/drawing/2014/main" id="{7FD8B4B6-333D-5647-8430-548268393316}"/>
              </a:ext>
            </a:extLst>
          </p:cNvPr>
          <p:cNvSpPr>
            <a:spLocks noGrp="1"/>
          </p:cNvSpPr>
          <p:nvPr>
            <p:ph type="body" sz="quarter" idx="27" hasCustomPrompt="1"/>
          </p:nvPr>
        </p:nvSpPr>
        <p:spPr>
          <a:xfrm>
            <a:off x="8150400" y="4782786"/>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43" name="Text Placeholder 7">
            <a:extLst>
              <a:ext uri="{FF2B5EF4-FFF2-40B4-BE49-F238E27FC236}">
                <a16:creationId xmlns:a16="http://schemas.microsoft.com/office/drawing/2014/main" id="{0F6CA4DE-E171-6040-BC8D-7FBCACBD567D}"/>
              </a:ext>
            </a:extLst>
          </p:cNvPr>
          <p:cNvSpPr>
            <a:spLocks noGrp="1"/>
          </p:cNvSpPr>
          <p:nvPr>
            <p:ph type="body" sz="quarter" idx="28" hasCustomPrompt="1"/>
          </p:nvPr>
        </p:nvSpPr>
        <p:spPr>
          <a:xfrm>
            <a:off x="8150400" y="4458693"/>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25" name="Text Placeholder 7">
            <a:extLst>
              <a:ext uri="{FF2B5EF4-FFF2-40B4-BE49-F238E27FC236}">
                <a16:creationId xmlns:a16="http://schemas.microsoft.com/office/drawing/2014/main" id="{0A2FAD0F-C7E7-9E43-B2FB-56A6A8BFFE06}"/>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D0B82C9C-213C-5846-9418-2E92489F1114}"/>
              </a:ext>
            </a:extLst>
          </p:cNvPr>
          <p:cNvSpPr>
            <a:spLocks noGrp="1"/>
          </p:cNvSpPr>
          <p:nvPr>
            <p:ph type="title" hasCustomPrompt="1"/>
          </p:nvPr>
        </p:nvSpPr>
        <p:spPr>
          <a:xfrm>
            <a:off x="626398" y="481125"/>
            <a:ext cx="6947999"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7" name="Text Placeholder 7">
            <a:extLst>
              <a:ext uri="{FF2B5EF4-FFF2-40B4-BE49-F238E27FC236}">
                <a16:creationId xmlns:a16="http://schemas.microsoft.com/office/drawing/2014/main" id="{758E9BFF-AA50-5A4B-879E-3AC820AF497A}"/>
              </a:ext>
            </a:extLst>
          </p:cNvPr>
          <p:cNvSpPr>
            <a:spLocks noGrp="1"/>
          </p:cNvSpPr>
          <p:nvPr>
            <p:ph type="body" sz="quarter" idx="29" hasCustomPrompt="1"/>
          </p:nvPr>
        </p:nvSpPr>
        <p:spPr>
          <a:xfrm>
            <a:off x="626401" y="930188"/>
            <a:ext cx="6947999"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1221079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2_Info Grid 3 Phot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1602256"/>
            <a:ext cx="2959200" cy="2160000"/>
          </a:xfrm>
          <a:solidFill>
            <a:srgbClr val="EFF1F5"/>
          </a:solidFill>
        </p:spPr>
        <p:txBody>
          <a:bodyPr/>
          <a:lstStyle>
            <a:lvl1pPr marL="0" indent="0">
              <a:buNone/>
              <a:defRPr>
                <a:noFill/>
              </a:defRPr>
            </a:lvl1pPr>
          </a:lstStyle>
          <a:p>
            <a:r>
              <a:rPr lang="en-US"/>
              <a:t>Click icon to add picture</a:t>
            </a:r>
            <a:endParaRPr lang="en-PT"/>
          </a:p>
        </p:txBody>
      </p:sp>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4248256"/>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392425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2" name="Picture Placeholder 2">
            <a:extLst>
              <a:ext uri="{FF2B5EF4-FFF2-40B4-BE49-F238E27FC236}">
                <a16:creationId xmlns:a16="http://schemas.microsoft.com/office/drawing/2014/main" id="{862049ED-9F44-F547-B1DA-65C3ADFDD8CC}"/>
              </a:ext>
            </a:extLst>
          </p:cNvPr>
          <p:cNvSpPr>
            <a:spLocks noGrp="1"/>
          </p:cNvSpPr>
          <p:nvPr>
            <p:ph type="pic" sz="quarter" idx="17"/>
          </p:nvPr>
        </p:nvSpPr>
        <p:spPr>
          <a:xfrm>
            <a:off x="4615200" y="1601692"/>
            <a:ext cx="2959200" cy="2160000"/>
          </a:xfrm>
          <a:solidFill>
            <a:srgbClr val="EFF1F5"/>
          </a:solidFill>
        </p:spPr>
        <p:txBody>
          <a:bodyPr/>
          <a:lstStyle>
            <a:lvl1pPr marL="0" indent="0">
              <a:buNone/>
              <a:defRPr>
                <a:noFill/>
              </a:defRPr>
            </a:lvl1pPr>
          </a:lstStyle>
          <a:p>
            <a:r>
              <a:rPr lang="en-US"/>
              <a:t>Click icon to add picture</a:t>
            </a:r>
            <a:endParaRPr lang="en-PT"/>
          </a:p>
        </p:txBody>
      </p:sp>
      <p:sp>
        <p:nvSpPr>
          <p:cNvPr id="33" name="Text Placeholder 7">
            <a:extLst>
              <a:ext uri="{FF2B5EF4-FFF2-40B4-BE49-F238E27FC236}">
                <a16:creationId xmlns:a16="http://schemas.microsoft.com/office/drawing/2014/main" id="{A3808C06-B826-5343-B051-30B66A008202}"/>
              </a:ext>
            </a:extLst>
          </p:cNvPr>
          <p:cNvSpPr>
            <a:spLocks noGrp="1"/>
          </p:cNvSpPr>
          <p:nvPr>
            <p:ph type="body" sz="quarter" idx="18" hasCustomPrompt="1"/>
          </p:nvPr>
        </p:nvSpPr>
        <p:spPr>
          <a:xfrm>
            <a:off x="4615200" y="4248256"/>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4" name="Text Placeholder 7">
            <a:extLst>
              <a:ext uri="{FF2B5EF4-FFF2-40B4-BE49-F238E27FC236}">
                <a16:creationId xmlns:a16="http://schemas.microsoft.com/office/drawing/2014/main" id="{AA63282C-1AB0-5649-94A0-37AAFE4BD403}"/>
              </a:ext>
            </a:extLst>
          </p:cNvPr>
          <p:cNvSpPr>
            <a:spLocks noGrp="1"/>
          </p:cNvSpPr>
          <p:nvPr>
            <p:ph type="body" sz="quarter" idx="19" hasCustomPrompt="1"/>
          </p:nvPr>
        </p:nvSpPr>
        <p:spPr>
          <a:xfrm>
            <a:off x="4615200" y="392425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8" name="Picture Placeholder 2">
            <a:extLst>
              <a:ext uri="{FF2B5EF4-FFF2-40B4-BE49-F238E27FC236}">
                <a16:creationId xmlns:a16="http://schemas.microsoft.com/office/drawing/2014/main" id="{53C883FB-8C6F-304A-B2EB-1053EC429342}"/>
              </a:ext>
            </a:extLst>
          </p:cNvPr>
          <p:cNvSpPr>
            <a:spLocks noGrp="1"/>
          </p:cNvSpPr>
          <p:nvPr>
            <p:ph type="pic" sz="quarter" idx="23"/>
          </p:nvPr>
        </p:nvSpPr>
        <p:spPr>
          <a:xfrm>
            <a:off x="8150400" y="1601692"/>
            <a:ext cx="2959200" cy="2160000"/>
          </a:xfrm>
          <a:solidFill>
            <a:srgbClr val="EFF1F5"/>
          </a:solidFill>
        </p:spPr>
        <p:txBody>
          <a:bodyPr/>
          <a:lstStyle>
            <a:lvl1pPr marL="0" indent="0">
              <a:buNone/>
              <a:defRPr>
                <a:noFill/>
              </a:defRPr>
            </a:lvl1pPr>
          </a:lstStyle>
          <a:p>
            <a:r>
              <a:rPr lang="en-US"/>
              <a:t>Click icon to add picture</a:t>
            </a:r>
            <a:endParaRPr lang="en-PT"/>
          </a:p>
        </p:txBody>
      </p:sp>
      <p:sp>
        <p:nvSpPr>
          <p:cNvPr id="39" name="Text Placeholder 7">
            <a:extLst>
              <a:ext uri="{FF2B5EF4-FFF2-40B4-BE49-F238E27FC236}">
                <a16:creationId xmlns:a16="http://schemas.microsoft.com/office/drawing/2014/main" id="{76AE97C1-AEF1-8748-9972-E8866894FA6C}"/>
              </a:ext>
            </a:extLst>
          </p:cNvPr>
          <p:cNvSpPr>
            <a:spLocks noGrp="1"/>
          </p:cNvSpPr>
          <p:nvPr>
            <p:ph type="body" sz="quarter" idx="24" hasCustomPrompt="1"/>
          </p:nvPr>
        </p:nvSpPr>
        <p:spPr>
          <a:xfrm>
            <a:off x="8150400" y="4248256"/>
            <a:ext cx="29592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40" name="Text Placeholder 7">
            <a:extLst>
              <a:ext uri="{FF2B5EF4-FFF2-40B4-BE49-F238E27FC236}">
                <a16:creationId xmlns:a16="http://schemas.microsoft.com/office/drawing/2014/main" id="{6703B4E2-4E83-6C40-8311-F8A7ADDD17F4}"/>
              </a:ext>
            </a:extLst>
          </p:cNvPr>
          <p:cNvSpPr>
            <a:spLocks noGrp="1"/>
          </p:cNvSpPr>
          <p:nvPr>
            <p:ph type="body" sz="quarter" idx="25" hasCustomPrompt="1"/>
          </p:nvPr>
        </p:nvSpPr>
        <p:spPr>
          <a:xfrm>
            <a:off x="8150400" y="3924256"/>
            <a:ext cx="29592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6" name="Text Placeholder 7">
            <a:extLst>
              <a:ext uri="{FF2B5EF4-FFF2-40B4-BE49-F238E27FC236}">
                <a16:creationId xmlns:a16="http://schemas.microsoft.com/office/drawing/2014/main" id="{4661CB75-1828-2B46-A9CD-C73E1573261D}"/>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0" name="Title 1">
            <a:extLst>
              <a:ext uri="{FF2B5EF4-FFF2-40B4-BE49-F238E27FC236}">
                <a16:creationId xmlns:a16="http://schemas.microsoft.com/office/drawing/2014/main" id="{13F5FB1B-4134-D643-93B0-2904B7D5C7CE}"/>
              </a:ext>
            </a:extLst>
          </p:cNvPr>
          <p:cNvSpPr>
            <a:spLocks noGrp="1"/>
          </p:cNvSpPr>
          <p:nvPr>
            <p:ph type="title" hasCustomPrompt="1"/>
          </p:nvPr>
        </p:nvSpPr>
        <p:spPr>
          <a:xfrm>
            <a:off x="626398" y="481125"/>
            <a:ext cx="6947999"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1" name="Text Placeholder 7">
            <a:extLst>
              <a:ext uri="{FF2B5EF4-FFF2-40B4-BE49-F238E27FC236}">
                <a16:creationId xmlns:a16="http://schemas.microsoft.com/office/drawing/2014/main" id="{7FFA5607-5865-974E-9FD2-111D20BA8A44}"/>
              </a:ext>
            </a:extLst>
          </p:cNvPr>
          <p:cNvSpPr>
            <a:spLocks noGrp="1"/>
          </p:cNvSpPr>
          <p:nvPr>
            <p:ph type="body" sz="quarter" idx="29" hasCustomPrompt="1"/>
          </p:nvPr>
        </p:nvSpPr>
        <p:spPr>
          <a:xfrm>
            <a:off x="626401" y="930188"/>
            <a:ext cx="6947999"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2348386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8_3_Info Grid 4 Phot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1602250"/>
            <a:ext cx="4726800" cy="720000"/>
          </a:xfrm>
          <a:solidFill>
            <a:srgbClr val="EFF1F5"/>
          </a:solidFill>
        </p:spPr>
        <p:txBody>
          <a:bodyPr/>
          <a:lstStyle>
            <a:lvl1pPr marL="0" indent="0">
              <a:buNone/>
              <a:defRPr>
                <a:noFill/>
              </a:defRPr>
            </a:lvl1pPr>
          </a:lstStyle>
          <a:p>
            <a:r>
              <a:rPr lang="en-US"/>
              <a:t>Click icon to add picture</a:t>
            </a:r>
            <a:endParaRPr lang="en-PT"/>
          </a:p>
        </p:txBody>
      </p:sp>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2808342"/>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2484250"/>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29" name="Picture Placeholder 2">
            <a:extLst>
              <a:ext uri="{FF2B5EF4-FFF2-40B4-BE49-F238E27FC236}">
                <a16:creationId xmlns:a16="http://schemas.microsoft.com/office/drawing/2014/main" id="{C815F6FA-FA4A-0D48-B250-FA15B10B2BAF}"/>
              </a:ext>
            </a:extLst>
          </p:cNvPr>
          <p:cNvSpPr>
            <a:spLocks noGrp="1"/>
          </p:cNvSpPr>
          <p:nvPr>
            <p:ph type="pic" sz="quarter" idx="14"/>
          </p:nvPr>
        </p:nvSpPr>
        <p:spPr>
          <a:xfrm>
            <a:off x="1079996" y="3577257"/>
            <a:ext cx="4726800" cy="720000"/>
          </a:xfrm>
          <a:solidFill>
            <a:srgbClr val="EFF1F5"/>
          </a:solidFill>
        </p:spPr>
        <p:txBody>
          <a:bodyPr/>
          <a:lstStyle>
            <a:lvl1pPr marL="0" indent="0">
              <a:buNone/>
              <a:defRPr>
                <a:noFill/>
              </a:defRPr>
            </a:lvl1pPr>
          </a:lstStyle>
          <a:p>
            <a:r>
              <a:rPr lang="en-US"/>
              <a:t>Click icon to add picture</a:t>
            </a:r>
            <a:endParaRPr lang="en-PT"/>
          </a:p>
        </p:txBody>
      </p:sp>
      <p:sp>
        <p:nvSpPr>
          <p:cNvPr id="30" name="Text Placeholder 7">
            <a:extLst>
              <a:ext uri="{FF2B5EF4-FFF2-40B4-BE49-F238E27FC236}">
                <a16:creationId xmlns:a16="http://schemas.microsoft.com/office/drawing/2014/main" id="{31AD72F1-2D57-A849-B179-ED5ECC5D261E}"/>
              </a:ext>
            </a:extLst>
          </p:cNvPr>
          <p:cNvSpPr>
            <a:spLocks noGrp="1"/>
          </p:cNvSpPr>
          <p:nvPr>
            <p:ph type="body" sz="quarter" idx="15" hasCustomPrompt="1"/>
          </p:nvPr>
        </p:nvSpPr>
        <p:spPr>
          <a:xfrm>
            <a:off x="1079996" y="4783350"/>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1" name="Text Placeholder 7">
            <a:extLst>
              <a:ext uri="{FF2B5EF4-FFF2-40B4-BE49-F238E27FC236}">
                <a16:creationId xmlns:a16="http://schemas.microsoft.com/office/drawing/2014/main" id="{52BD842F-676B-D54A-8CB2-A21AF7ECD226}"/>
              </a:ext>
            </a:extLst>
          </p:cNvPr>
          <p:cNvSpPr>
            <a:spLocks noGrp="1"/>
          </p:cNvSpPr>
          <p:nvPr>
            <p:ph type="body" sz="quarter" idx="16" hasCustomPrompt="1"/>
          </p:nvPr>
        </p:nvSpPr>
        <p:spPr>
          <a:xfrm>
            <a:off x="1079998" y="4459257"/>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2" name="Picture Placeholder 2">
            <a:extLst>
              <a:ext uri="{FF2B5EF4-FFF2-40B4-BE49-F238E27FC236}">
                <a16:creationId xmlns:a16="http://schemas.microsoft.com/office/drawing/2014/main" id="{862049ED-9F44-F547-B1DA-65C3ADFDD8CC}"/>
              </a:ext>
            </a:extLst>
          </p:cNvPr>
          <p:cNvSpPr>
            <a:spLocks noGrp="1"/>
          </p:cNvSpPr>
          <p:nvPr>
            <p:ph type="pic" sz="quarter" idx="17"/>
          </p:nvPr>
        </p:nvSpPr>
        <p:spPr>
          <a:xfrm>
            <a:off x="6382800" y="1601686"/>
            <a:ext cx="4726800" cy="720000"/>
          </a:xfrm>
          <a:solidFill>
            <a:srgbClr val="EFF1F5"/>
          </a:solidFill>
        </p:spPr>
        <p:txBody>
          <a:bodyPr/>
          <a:lstStyle>
            <a:lvl1pPr marL="0" indent="0">
              <a:buNone/>
              <a:defRPr>
                <a:noFill/>
              </a:defRPr>
            </a:lvl1pPr>
          </a:lstStyle>
          <a:p>
            <a:r>
              <a:rPr lang="en-US"/>
              <a:t>Click icon to add picture</a:t>
            </a:r>
            <a:endParaRPr lang="en-PT"/>
          </a:p>
        </p:txBody>
      </p:sp>
      <p:sp>
        <p:nvSpPr>
          <p:cNvPr id="33" name="Text Placeholder 7">
            <a:extLst>
              <a:ext uri="{FF2B5EF4-FFF2-40B4-BE49-F238E27FC236}">
                <a16:creationId xmlns:a16="http://schemas.microsoft.com/office/drawing/2014/main" id="{A3808C06-B826-5343-B051-30B66A008202}"/>
              </a:ext>
            </a:extLst>
          </p:cNvPr>
          <p:cNvSpPr>
            <a:spLocks noGrp="1"/>
          </p:cNvSpPr>
          <p:nvPr>
            <p:ph type="body" sz="quarter" idx="18" hasCustomPrompt="1"/>
          </p:nvPr>
        </p:nvSpPr>
        <p:spPr>
          <a:xfrm>
            <a:off x="6382800" y="2807778"/>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4" name="Text Placeholder 7">
            <a:extLst>
              <a:ext uri="{FF2B5EF4-FFF2-40B4-BE49-F238E27FC236}">
                <a16:creationId xmlns:a16="http://schemas.microsoft.com/office/drawing/2014/main" id="{AA63282C-1AB0-5649-94A0-37AAFE4BD403}"/>
              </a:ext>
            </a:extLst>
          </p:cNvPr>
          <p:cNvSpPr>
            <a:spLocks noGrp="1"/>
          </p:cNvSpPr>
          <p:nvPr>
            <p:ph type="body" sz="quarter" idx="19" hasCustomPrompt="1"/>
          </p:nvPr>
        </p:nvSpPr>
        <p:spPr>
          <a:xfrm>
            <a:off x="6382800" y="2483686"/>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5" name="Picture Placeholder 2">
            <a:extLst>
              <a:ext uri="{FF2B5EF4-FFF2-40B4-BE49-F238E27FC236}">
                <a16:creationId xmlns:a16="http://schemas.microsoft.com/office/drawing/2014/main" id="{8C090773-D50F-134A-A9EE-A2F377D60A95}"/>
              </a:ext>
            </a:extLst>
          </p:cNvPr>
          <p:cNvSpPr>
            <a:spLocks noGrp="1"/>
          </p:cNvSpPr>
          <p:nvPr>
            <p:ph type="pic" sz="quarter" idx="20"/>
          </p:nvPr>
        </p:nvSpPr>
        <p:spPr>
          <a:xfrm>
            <a:off x="6382800" y="3576693"/>
            <a:ext cx="4726800" cy="720000"/>
          </a:xfrm>
          <a:solidFill>
            <a:srgbClr val="EFF1F5"/>
          </a:solidFill>
        </p:spPr>
        <p:txBody>
          <a:bodyPr/>
          <a:lstStyle>
            <a:lvl1pPr marL="0" indent="0">
              <a:buNone/>
              <a:defRPr>
                <a:noFill/>
              </a:defRPr>
            </a:lvl1pPr>
          </a:lstStyle>
          <a:p>
            <a:r>
              <a:rPr lang="en-US"/>
              <a:t>Click icon to add picture</a:t>
            </a:r>
            <a:endParaRPr lang="en-PT"/>
          </a:p>
        </p:txBody>
      </p:sp>
      <p:sp>
        <p:nvSpPr>
          <p:cNvPr id="36" name="Text Placeholder 7">
            <a:extLst>
              <a:ext uri="{FF2B5EF4-FFF2-40B4-BE49-F238E27FC236}">
                <a16:creationId xmlns:a16="http://schemas.microsoft.com/office/drawing/2014/main" id="{D1B67FFB-6356-7B4A-AD9B-8C36E39A2BEA}"/>
              </a:ext>
            </a:extLst>
          </p:cNvPr>
          <p:cNvSpPr>
            <a:spLocks noGrp="1"/>
          </p:cNvSpPr>
          <p:nvPr>
            <p:ph type="body" sz="quarter" idx="21" hasCustomPrompt="1"/>
          </p:nvPr>
        </p:nvSpPr>
        <p:spPr>
          <a:xfrm>
            <a:off x="6382800" y="4782786"/>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7" name="Text Placeholder 7">
            <a:extLst>
              <a:ext uri="{FF2B5EF4-FFF2-40B4-BE49-F238E27FC236}">
                <a16:creationId xmlns:a16="http://schemas.microsoft.com/office/drawing/2014/main" id="{CC6A9331-7403-8C41-BA08-371BB5F2BF90}"/>
              </a:ext>
            </a:extLst>
          </p:cNvPr>
          <p:cNvSpPr>
            <a:spLocks noGrp="1"/>
          </p:cNvSpPr>
          <p:nvPr>
            <p:ph type="body" sz="quarter" idx="22" hasCustomPrompt="1"/>
          </p:nvPr>
        </p:nvSpPr>
        <p:spPr>
          <a:xfrm>
            <a:off x="6382800" y="4458693"/>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9" name="Text Placeholder 7">
            <a:extLst>
              <a:ext uri="{FF2B5EF4-FFF2-40B4-BE49-F238E27FC236}">
                <a16:creationId xmlns:a16="http://schemas.microsoft.com/office/drawing/2014/main" id="{F577E242-BDA9-7648-AF61-5D0DDF5175B3}"/>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0" name="Title 1">
            <a:extLst>
              <a:ext uri="{FF2B5EF4-FFF2-40B4-BE49-F238E27FC236}">
                <a16:creationId xmlns:a16="http://schemas.microsoft.com/office/drawing/2014/main" id="{3E9F7D8B-7AED-B540-85BF-09B860DA6532}"/>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1" name="Text Placeholder 7">
            <a:extLst>
              <a:ext uri="{FF2B5EF4-FFF2-40B4-BE49-F238E27FC236}">
                <a16:creationId xmlns:a16="http://schemas.microsoft.com/office/drawing/2014/main" id="{CDDC1FE9-9969-A543-8F55-E3335770E026}"/>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967902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4_Info Grid 2 Phot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1602250"/>
            <a:ext cx="4726800" cy="2160000"/>
          </a:xfrm>
          <a:solidFill>
            <a:srgbClr val="EFF1F5"/>
          </a:solidFill>
        </p:spPr>
        <p:txBody>
          <a:bodyPr/>
          <a:lstStyle>
            <a:lvl1pPr marL="0" indent="0">
              <a:buNone/>
              <a:defRPr>
                <a:noFill/>
              </a:defRPr>
            </a:lvl1pPr>
          </a:lstStyle>
          <a:p>
            <a:r>
              <a:rPr lang="en-US"/>
              <a:t>Click icon to add picture</a:t>
            </a:r>
            <a:endParaRPr lang="en-PT"/>
          </a:p>
        </p:txBody>
      </p:sp>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4248250"/>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3924250"/>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32" name="Picture Placeholder 2">
            <a:extLst>
              <a:ext uri="{FF2B5EF4-FFF2-40B4-BE49-F238E27FC236}">
                <a16:creationId xmlns:a16="http://schemas.microsoft.com/office/drawing/2014/main" id="{862049ED-9F44-F547-B1DA-65C3ADFDD8CC}"/>
              </a:ext>
            </a:extLst>
          </p:cNvPr>
          <p:cNvSpPr>
            <a:spLocks noGrp="1"/>
          </p:cNvSpPr>
          <p:nvPr>
            <p:ph type="pic" sz="quarter" idx="17"/>
          </p:nvPr>
        </p:nvSpPr>
        <p:spPr>
          <a:xfrm>
            <a:off x="6382800" y="1601686"/>
            <a:ext cx="4726800" cy="2160000"/>
          </a:xfrm>
          <a:solidFill>
            <a:srgbClr val="EFF1F5"/>
          </a:solidFill>
        </p:spPr>
        <p:txBody>
          <a:bodyPr/>
          <a:lstStyle>
            <a:lvl1pPr marL="0" indent="0">
              <a:buNone/>
              <a:defRPr>
                <a:noFill/>
              </a:defRPr>
            </a:lvl1pPr>
          </a:lstStyle>
          <a:p>
            <a:r>
              <a:rPr lang="en-US"/>
              <a:t>Click icon to add picture</a:t>
            </a:r>
            <a:endParaRPr lang="en-PT"/>
          </a:p>
        </p:txBody>
      </p:sp>
      <p:sp>
        <p:nvSpPr>
          <p:cNvPr id="33" name="Text Placeholder 7">
            <a:extLst>
              <a:ext uri="{FF2B5EF4-FFF2-40B4-BE49-F238E27FC236}">
                <a16:creationId xmlns:a16="http://schemas.microsoft.com/office/drawing/2014/main" id="{A3808C06-B826-5343-B051-30B66A008202}"/>
              </a:ext>
            </a:extLst>
          </p:cNvPr>
          <p:cNvSpPr>
            <a:spLocks noGrp="1"/>
          </p:cNvSpPr>
          <p:nvPr>
            <p:ph type="body" sz="quarter" idx="18" hasCustomPrompt="1"/>
          </p:nvPr>
        </p:nvSpPr>
        <p:spPr>
          <a:xfrm>
            <a:off x="6382800" y="4248250"/>
            <a:ext cx="4726800" cy="303536"/>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Edit  Description</a:t>
            </a:r>
          </a:p>
        </p:txBody>
      </p:sp>
      <p:sp>
        <p:nvSpPr>
          <p:cNvPr id="34" name="Text Placeholder 7">
            <a:extLst>
              <a:ext uri="{FF2B5EF4-FFF2-40B4-BE49-F238E27FC236}">
                <a16:creationId xmlns:a16="http://schemas.microsoft.com/office/drawing/2014/main" id="{AA63282C-1AB0-5649-94A0-37AAFE4BD403}"/>
              </a:ext>
            </a:extLst>
          </p:cNvPr>
          <p:cNvSpPr>
            <a:spLocks noGrp="1"/>
          </p:cNvSpPr>
          <p:nvPr>
            <p:ph type="body" sz="quarter" idx="19" hasCustomPrompt="1"/>
          </p:nvPr>
        </p:nvSpPr>
        <p:spPr>
          <a:xfrm>
            <a:off x="6382800" y="3924250"/>
            <a:ext cx="4726800" cy="318924"/>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title</a:t>
            </a:r>
          </a:p>
        </p:txBody>
      </p:sp>
      <p:sp>
        <p:nvSpPr>
          <p:cNvPr id="14" name="Text Placeholder 7">
            <a:extLst>
              <a:ext uri="{FF2B5EF4-FFF2-40B4-BE49-F238E27FC236}">
                <a16:creationId xmlns:a16="http://schemas.microsoft.com/office/drawing/2014/main" id="{C0DAA69F-A6A9-FD47-9A59-F3A246725344}"/>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5" name="Title 1">
            <a:extLst>
              <a:ext uri="{FF2B5EF4-FFF2-40B4-BE49-F238E27FC236}">
                <a16:creationId xmlns:a16="http://schemas.microsoft.com/office/drawing/2014/main" id="{683F9832-0E73-D947-AAF3-4B30F596F30A}"/>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6" name="Text Placeholder 7">
            <a:extLst>
              <a:ext uri="{FF2B5EF4-FFF2-40B4-BE49-F238E27FC236}">
                <a16:creationId xmlns:a16="http://schemas.microsoft.com/office/drawing/2014/main" id="{6D6B6881-E091-5544-8441-AE38D721C394}"/>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223413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1_Grid 15 Log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1602248"/>
            <a:ext cx="1774800" cy="1080000"/>
          </a:xfrm>
          <a:noFill/>
        </p:spPr>
        <p:txBody>
          <a:bodyPr/>
          <a:lstStyle>
            <a:lvl1pPr marL="0" indent="0">
              <a:buNone/>
              <a:defRPr>
                <a:noFill/>
              </a:defRPr>
            </a:lvl1pPr>
          </a:lstStyle>
          <a:p>
            <a:r>
              <a:rPr lang="en-US"/>
              <a:t>Click icon to add picture</a:t>
            </a:r>
            <a:endParaRPr lang="en-PT"/>
          </a:p>
        </p:txBody>
      </p:sp>
      <p:sp>
        <p:nvSpPr>
          <p:cNvPr id="16" name="Picture Placeholder 2">
            <a:extLst>
              <a:ext uri="{FF2B5EF4-FFF2-40B4-BE49-F238E27FC236}">
                <a16:creationId xmlns:a16="http://schemas.microsoft.com/office/drawing/2014/main" id="{831B92B8-57A0-F045-B5AF-3A0E0ADDDCF9}"/>
              </a:ext>
            </a:extLst>
          </p:cNvPr>
          <p:cNvSpPr>
            <a:spLocks noGrp="1"/>
          </p:cNvSpPr>
          <p:nvPr>
            <p:ph type="pic" sz="quarter" idx="30"/>
          </p:nvPr>
        </p:nvSpPr>
        <p:spPr>
          <a:xfrm>
            <a:off x="1079998" y="3013200"/>
            <a:ext cx="1774800" cy="1080000"/>
          </a:xfrm>
          <a:noFill/>
        </p:spPr>
        <p:txBody>
          <a:bodyPr/>
          <a:lstStyle>
            <a:lvl1pPr marL="0" indent="0">
              <a:buNone/>
              <a:defRPr>
                <a:noFill/>
              </a:defRPr>
            </a:lvl1pPr>
          </a:lstStyle>
          <a:p>
            <a:r>
              <a:rPr lang="en-US"/>
              <a:t>Click icon to add picture</a:t>
            </a:r>
            <a:endParaRPr lang="en-PT"/>
          </a:p>
        </p:txBody>
      </p:sp>
      <p:sp>
        <p:nvSpPr>
          <p:cNvPr id="17" name="Picture Placeholder 2">
            <a:extLst>
              <a:ext uri="{FF2B5EF4-FFF2-40B4-BE49-F238E27FC236}">
                <a16:creationId xmlns:a16="http://schemas.microsoft.com/office/drawing/2014/main" id="{C3CE8D92-38BD-614B-91DD-18DC54748071}"/>
              </a:ext>
            </a:extLst>
          </p:cNvPr>
          <p:cNvSpPr>
            <a:spLocks noGrp="1"/>
          </p:cNvSpPr>
          <p:nvPr>
            <p:ph type="pic" sz="quarter" idx="31"/>
          </p:nvPr>
        </p:nvSpPr>
        <p:spPr>
          <a:xfrm>
            <a:off x="1079998" y="4381200"/>
            <a:ext cx="1774800" cy="1080000"/>
          </a:xfrm>
          <a:noFill/>
        </p:spPr>
        <p:txBody>
          <a:bodyPr/>
          <a:lstStyle>
            <a:lvl1pPr marL="0" indent="0">
              <a:buNone/>
              <a:defRPr>
                <a:noFill/>
              </a:defRPr>
            </a:lvl1pPr>
          </a:lstStyle>
          <a:p>
            <a:r>
              <a:rPr lang="en-US"/>
              <a:t>Click icon to add picture</a:t>
            </a:r>
            <a:endParaRPr lang="en-PT"/>
          </a:p>
        </p:txBody>
      </p:sp>
      <p:sp>
        <p:nvSpPr>
          <p:cNvPr id="19" name="Picture Placeholder 2">
            <a:extLst>
              <a:ext uri="{FF2B5EF4-FFF2-40B4-BE49-F238E27FC236}">
                <a16:creationId xmlns:a16="http://schemas.microsoft.com/office/drawing/2014/main" id="{4C97D981-5ED7-D74C-B577-C52D703DA70F}"/>
              </a:ext>
            </a:extLst>
          </p:cNvPr>
          <p:cNvSpPr>
            <a:spLocks noGrp="1"/>
          </p:cNvSpPr>
          <p:nvPr>
            <p:ph type="pic" sz="quarter" idx="32"/>
          </p:nvPr>
        </p:nvSpPr>
        <p:spPr>
          <a:xfrm>
            <a:off x="3142800" y="1602248"/>
            <a:ext cx="1774800" cy="1080000"/>
          </a:xfrm>
          <a:noFill/>
        </p:spPr>
        <p:txBody>
          <a:bodyPr/>
          <a:lstStyle>
            <a:lvl1pPr marL="0" indent="0">
              <a:buNone/>
              <a:defRPr>
                <a:noFill/>
              </a:defRPr>
            </a:lvl1pPr>
          </a:lstStyle>
          <a:p>
            <a:r>
              <a:rPr lang="en-US"/>
              <a:t>Click icon to add picture</a:t>
            </a:r>
            <a:endParaRPr lang="en-PT"/>
          </a:p>
        </p:txBody>
      </p:sp>
      <p:sp>
        <p:nvSpPr>
          <p:cNvPr id="20" name="Picture Placeholder 2">
            <a:extLst>
              <a:ext uri="{FF2B5EF4-FFF2-40B4-BE49-F238E27FC236}">
                <a16:creationId xmlns:a16="http://schemas.microsoft.com/office/drawing/2014/main" id="{98BD8D0D-DD4A-7544-A18D-4BCED2CED9DA}"/>
              </a:ext>
            </a:extLst>
          </p:cNvPr>
          <p:cNvSpPr>
            <a:spLocks noGrp="1"/>
          </p:cNvSpPr>
          <p:nvPr>
            <p:ph type="pic" sz="quarter" idx="33"/>
          </p:nvPr>
        </p:nvSpPr>
        <p:spPr>
          <a:xfrm>
            <a:off x="3142800" y="3013200"/>
            <a:ext cx="1774800" cy="1080000"/>
          </a:xfrm>
          <a:noFill/>
        </p:spPr>
        <p:txBody>
          <a:bodyPr/>
          <a:lstStyle>
            <a:lvl1pPr marL="0" indent="0">
              <a:buNone/>
              <a:defRPr>
                <a:noFill/>
              </a:defRPr>
            </a:lvl1pPr>
          </a:lstStyle>
          <a:p>
            <a:r>
              <a:rPr lang="en-US"/>
              <a:t>Click icon to add picture</a:t>
            </a:r>
            <a:endParaRPr lang="en-PT"/>
          </a:p>
        </p:txBody>
      </p:sp>
      <p:sp>
        <p:nvSpPr>
          <p:cNvPr id="21" name="Picture Placeholder 2">
            <a:extLst>
              <a:ext uri="{FF2B5EF4-FFF2-40B4-BE49-F238E27FC236}">
                <a16:creationId xmlns:a16="http://schemas.microsoft.com/office/drawing/2014/main" id="{BD8723A2-8B7A-BF49-844F-CA763CFB2EC5}"/>
              </a:ext>
            </a:extLst>
          </p:cNvPr>
          <p:cNvSpPr>
            <a:spLocks noGrp="1"/>
          </p:cNvSpPr>
          <p:nvPr>
            <p:ph type="pic" sz="quarter" idx="34"/>
          </p:nvPr>
        </p:nvSpPr>
        <p:spPr>
          <a:xfrm>
            <a:off x="3142800" y="4381200"/>
            <a:ext cx="1774800" cy="1080000"/>
          </a:xfrm>
          <a:noFill/>
        </p:spPr>
        <p:txBody>
          <a:bodyPr/>
          <a:lstStyle>
            <a:lvl1pPr marL="0" indent="0">
              <a:buNone/>
              <a:defRPr>
                <a:noFill/>
              </a:defRPr>
            </a:lvl1pPr>
          </a:lstStyle>
          <a:p>
            <a:r>
              <a:rPr lang="en-US"/>
              <a:t>Click icon to add picture</a:t>
            </a:r>
            <a:endParaRPr lang="en-PT"/>
          </a:p>
        </p:txBody>
      </p:sp>
      <p:sp>
        <p:nvSpPr>
          <p:cNvPr id="22" name="Picture Placeholder 2">
            <a:extLst>
              <a:ext uri="{FF2B5EF4-FFF2-40B4-BE49-F238E27FC236}">
                <a16:creationId xmlns:a16="http://schemas.microsoft.com/office/drawing/2014/main" id="{E051EBB6-B820-7D4D-A9EE-45232BAE6091}"/>
              </a:ext>
            </a:extLst>
          </p:cNvPr>
          <p:cNvSpPr>
            <a:spLocks noGrp="1"/>
          </p:cNvSpPr>
          <p:nvPr>
            <p:ph type="pic" sz="quarter" idx="35"/>
          </p:nvPr>
        </p:nvSpPr>
        <p:spPr>
          <a:xfrm>
            <a:off x="5230800" y="1602248"/>
            <a:ext cx="1774800" cy="1080000"/>
          </a:xfrm>
          <a:noFill/>
        </p:spPr>
        <p:txBody>
          <a:bodyPr/>
          <a:lstStyle>
            <a:lvl1pPr marL="0" indent="0">
              <a:buNone/>
              <a:defRPr>
                <a:noFill/>
              </a:defRPr>
            </a:lvl1pPr>
          </a:lstStyle>
          <a:p>
            <a:r>
              <a:rPr lang="en-US"/>
              <a:t>Click icon to add picture</a:t>
            </a:r>
            <a:endParaRPr lang="en-PT"/>
          </a:p>
        </p:txBody>
      </p:sp>
      <p:sp>
        <p:nvSpPr>
          <p:cNvPr id="23" name="Picture Placeholder 2">
            <a:extLst>
              <a:ext uri="{FF2B5EF4-FFF2-40B4-BE49-F238E27FC236}">
                <a16:creationId xmlns:a16="http://schemas.microsoft.com/office/drawing/2014/main" id="{5E21C6BE-5AD4-7244-BF35-C884C3F9573C}"/>
              </a:ext>
            </a:extLst>
          </p:cNvPr>
          <p:cNvSpPr>
            <a:spLocks noGrp="1"/>
          </p:cNvSpPr>
          <p:nvPr>
            <p:ph type="pic" sz="quarter" idx="36"/>
          </p:nvPr>
        </p:nvSpPr>
        <p:spPr>
          <a:xfrm>
            <a:off x="5230800" y="3013200"/>
            <a:ext cx="1774800" cy="1080000"/>
          </a:xfrm>
          <a:noFill/>
        </p:spPr>
        <p:txBody>
          <a:bodyPr/>
          <a:lstStyle>
            <a:lvl1pPr marL="0" indent="0">
              <a:buNone/>
              <a:defRPr>
                <a:noFill/>
              </a:defRPr>
            </a:lvl1pPr>
          </a:lstStyle>
          <a:p>
            <a:r>
              <a:rPr lang="en-US"/>
              <a:t>Click icon to add picture</a:t>
            </a:r>
            <a:endParaRPr lang="en-PT"/>
          </a:p>
        </p:txBody>
      </p:sp>
      <p:sp>
        <p:nvSpPr>
          <p:cNvPr id="24" name="Picture Placeholder 2">
            <a:extLst>
              <a:ext uri="{FF2B5EF4-FFF2-40B4-BE49-F238E27FC236}">
                <a16:creationId xmlns:a16="http://schemas.microsoft.com/office/drawing/2014/main" id="{BFA7371F-28F3-F14B-89D0-39E7B6AF632E}"/>
              </a:ext>
            </a:extLst>
          </p:cNvPr>
          <p:cNvSpPr>
            <a:spLocks noGrp="1"/>
          </p:cNvSpPr>
          <p:nvPr>
            <p:ph type="pic" sz="quarter" idx="37"/>
          </p:nvPr>
        </p:nvSpPr>
        <p:spPr>
          <a:xfrm>
            <a:off x="5230800" y="4381200"/>
            <a:ext cx="1774800" cy="1080000"/>
          </a:xfrm>
          <a:noFill/>
        </p:spPr>
        <p:txBody>
          <a:bodyPr/>
          <a:lstStyle>
            <a:lvl1pPr marL="0" indent="0">
              <a:buNone/>
              <a:defRPr>
                <a:noFill/>
              </a:defRPr>
            </a:lvl1pPr>
          </a:lstStyle>
          <a:p>
            <a:r>
              <a:rPr lang="en-US"/>
              <a:t>Click icon to add picture</a:t>
            </a:r>
            <a:endParaRPr lang="en-PT"/>
          </a:p>
        </p:txBody>
      </p:sp>
      <p:sp>
        <p:nvSpPr>
          <p:cNvPr id="27" name="Picture Placeholder 2">
            <a:extLst>
              <a:ext uri="{FF2B5EF4-FFF2-40B4-BE49-F238E27FC236}">
                <a16:creationId xmlns:a16="http://schemas.microsoft.com/office/drawing/2014/main" id="{E51D7EF8-DED9-BF4E-BD53-AED364A78AF7}"/>
              </a:ext>
            </a:extLst>
          </p:cNvPr>
          <p:cNvSpPr>
            <a:spLocks noGrp="1"/>
          </p:cNvSpPr>
          <p:nvPr>
            <p:ph type="pic" sz="quarter" idx="38"/>
          </p:nvPr>
        </p:nvSpPr>
        <p:spPr>
          <a:xfrm>
            <a:off x="7293600" y="1602248"/>
            <a:ext cx="1774800" cy="1080000"/>
          </a:xfrm>
          <a:noFill/>
        </p:spPr>
        <p:txBody>
          <a:bodyPr/>
          <a:lstStyle>
            <a:lvl1pPr marL="0" indent="0">
              <a:buNone/>
              <a:defRPr>
                <a:noFill/>
              </a:defRPr>
            </a:lvl1pPr>
          </a:lstStyle>
          <a:p>
            <a:r>
              <a:rPr lang="en-US"/>
              <a:t>Click icon to add picture</a:t>
            </a:r>
            <a:endParaRPr lang="en-PT"/>
          </a:p>
        </p:txBody>
      </p:sp>
      <p:sp>
        <p:nvSpPr>
          <p:cNvPr id="28" name="Picture Placeholder 2">
            <a:extLst>
              <a:ext uri="{FF2B5EF4-FFF2-40B4-BE49-F238E27FC236}">
                <a16:creationId xmlns:a16="http://schemas.microsoft.com/office/drawing/2014/main" id="{A19C3851-927A-854C-B3EC-5ADA1E7EAAF6}"/>
              </a:ext>
            </a:extLst>
          </p:cNvPr>
          <p:cNvSpPr>
            <a:spLocks noGrp="1"/>
          </p:cNvSpPr>
          <p:nvPr>
            <p:ph type="pic" sz="quarter" idx="39"/>
          </p:nvPr>
        </p:nvSpPr>
        <p:spPr>
          <a:xfrm>
            <a:off x="7293600" y="3013200"/>
            <a:ext cx="1774800" cy="1080000"/>
          </a:xfrm>
          <a:noFill/>
        </p:spPr>
        <p:txBody>
          <a:bodyPr/>
          <a:lstStyle>
            <a:lvl1pPr marL="0" indent="0">
              <a:buNone/>
              <a:defRPr>
                <a:noFill/>
              </a:defRPr>
            </a:lvl1pPr>
          </a:lstStyle>
          <a:p>
            <a:r>
              <a:rPr lang="en-US"/>
              <a:t>Click icon to add picture</a:t>
            </a:r>
            <a:endParaRPr lang="en-PT"/>
          </a:p>
        </p:txBody>
      </p:sp>
      <p:sp>
        <p:nvSpPr>
          <p:cNvPr id="29" name="Picture Placeholder 2">
            <a:extLst>
              <a:ext uri="{FF2B5EF4-FFF2-40B4-BE49-F238E27FC236}">
                <a16:creationId xmlns:a16="http://schemas.microsoft.com/office/drawing/2014/main" id="{BCAE21E1-E113-BA43-B745-A638C90BFE65}"/>
              </a:ext>
            </a:extLst>
          </p:cNvPr>
          <p:cNvSpPr>
            <a:spLocks noGrp="1"/>
          </p:cNvSpPr>
          <p:nvPr>
            <p:ph type="pic" sz="quarter" idx="40"/>
          </p:nvPr>
        </p:nvSpPr>
        <p:spPr>
          <a:xfrm>
            <a:off x="7293600" y="4381200"/>
            <a:ext cx="1774800" cy="1080000"/>
          </a:xfrm>
          <a:noFill/>
        </p:spPr>
        <p:txBody>
          <a:bodyPr/>
          <a:lstStyle>
            <a:lvl1pPr marL="0" indent="0">
              <a:buNone/>
              <a:defRPr>
                <a:noFill/>
              </a:defRPr>
            </a:lvl1pPr>
          </a:lstStyle>
          <a:p>
            <a:r>
              <a:rPr lang="en-US"/>
              <a:t>Click icon to add picture</a:t>
            </a:r>
            <a:endParaRPr lang="en-PT"/>
          </a:p>
        </p:txBody>
      </p:sp>
      <p:sp>
        <p:nvSpPr>
          <p:cNvPr id="30" name="Picture Placeholder 2">
            <a:extLst>
              <a:ext uri="{FF2B5EF4-FFF2-40B4-BE49-F238E27FC236}">
                <a16:creationId xmlns:a16="http://schemas.microsoft.com/office/drawing/2014/main" id="{D8C6B86C-014B-3043-9715-CC3F9E283AF2}"/>
              </a:ext>
            </a:extLst>
          </p:cNvPr>
          <p:cNvSpPr>
            <a:spLocks noGrp="1"/>
          </p:cNvSpPr>
          <p:nvPr>
            <p:ph type="pic" sz="quarter" idx="41"/>
          </p:nvPr>
        </p:nvSpPr>
        <p:spPr>
          <a:xfrm>
            <a:off x="9356400" y="1602248"/>
            <a:ext cx="1774800" cy="1080000"/>
          </a:xfrm>
          <a:noFill/>
        </p:spPr>
        <p:txBody>
          <a:bodyPr/>
          <a:lstStyle>
            <a:lvl1pPr marL="0" indent="0">
              <a:buNone/>
              <a:defRPr>
                <a:noFill/>
              </a:defRPr>
            </a:lvl1pPr>
          </a:lstStyle>
          <a:p>
            <a:r>
              <a:rPr lang="en-US"/>
              <a:t>Click icon to add picture</a:t>
            </a:r>
            <a:endParaRPr lang="en-PT"/>
          </a:p>
        </p:txBody>
      </p:sp>
      <p:sp>
        <p:nvSpPr>
          <p:cNvPr id="31" name="Picture Placeholder 2">
            <a:extLst>
              <a:ext uri="{FF2B5EF4-FFF2-40B4-BE49-F238E27FC236}">
                <a16:creationId xmlns:a16="http://schemas.microsoft.com/office/drawing/2014/main" id="{F7183DE3-B071-274A-A2F5-57F934506F2D}"/>
              </a:ext>
            </a:extLst>
          </p:cNvPr>
          <p:cNvSpPr>
            <a:spLocks noGrp="1"/>
          </p:cNvSpPr>
          <p:nvPr>
            <p:ph type="pic" sz="quarter" idx="42"/>
          </p:nvPr>
        </p:nvSpPr>
        <p:spPr>
          <a:xfrm>
            <a:off x="9356400" y="3013200"/>
            <a:ext cx="1774800" cy="1080000"/>
          </a:xfrm>
          <a:noFill/>
        </p:spPr>
        <p:txBody>
          <a:bodyPr/>
          <a:lstStyle>
            <a:lvl1pPr marL="0" indent="0">
              <a:buNone/>
              <a:defRPr>
                <a:noFill/>
              </a:defRPr>
            </a:lvl1pPr>
          </a:lstStyle>
          <a:p>
            <a:r>
              <a:rPr lang="en-US"/>
              <a:t>Click icon to add picture</a:t>
            </a:r>
            <a:endParaRPr lang="en-PT"/>
          </a:p>
        </p:txBody>
      </p:sp>
      <p:sp>
        <p:nvSpPr>
          <p:cNvPr id="35" name="Picture Placeholder 2">
            <a:extLst>
              <a:ext uri="{FF2B5EF4-FFF2-40B4-BE49-F238E27FC236}">
                <a16:creationId xmlns:a16="http://schemas.microsoft.com/office/drawing/2014/main" id="{3BEE0D5A-078A-8A4B-AAD7-D15A9AAD3067}"/>
              </a:ext>
            </a:extLst>
          </p:cNvPr>
          <p:cNvSpPr>
            <a:spLocks noGrp="1"/>
          </p:cNvSpPr>
          <p:nvPr>
            <p:ph type="pic" sz="quarter" idx="43"/>
          </p:nvPr>
        </p:nvSpPr>
        <p:spPr>
          <a:xfrm>
            <a:off x="9356400" y="4381200"/>
            <a:ext cx="1774800" cy="1080000"/>
          </a:xfrm>
          <a:noFill/>
        </p:spPr>
        <p:txBody>
          <a:bodyPr/>
          <a:lstStyle>
            <a:lvl1pPr marL="0" indent="0">
              <a:buNone/>
              <a:defRPr>
                <a:noFill/>
              </a:defRPr>
            </a:lvl1pPr>
          </a:lstStyle>
          <a:p>
            <a:r>
              <a:rPr lang="en-US"/>
              <a:t>Click icon to add picture</a:t>
            </a:r>
            <a:endParaRPr lang="en-PT"/>
          </a:p>
        </p:txBody>
      </p:sp>
      <p:sp>
        <p:nvSpPr>
          <p:cNvPr id="25" name="Text Placeholder 7">
            <a:extLst>
              <a:ext uri="{FF2B5EF4-FFF2-40B4-BE49-F238E27FC236}">
                <a16:creationId xmlns:a16="http://schemas.microsoft.com/office/drawing/2014/main" id="{DB84B0BB-4B93-1844-8C01-F6E85DE00993}"/>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3F551236-9B9E-EF42-A11C-481BEA029EA7}"/>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32" name="Text Placeholder 7">
            <a:extLst>
              <a:ext uri="{FF2B5EF4-FFF2-40B4-BE49-F238E27FC236}">
                <a16:creationId xmlns:a16="http://schemas.microsoft.com/office/drawing/2014/main" id="{CBDED97A-72E2-844C-A937-FB2BD44BD031}"/>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4275609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9_2_Grid 10 Log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2305455"/>
            <a:ext cx="1774800" cy="1080000"/>
          </a:xfrm>
          <a:noFill/>
        </p:spPr>
        <p:txBody>
          <a:bodyPr/>
          <a:lstStyle>
            <a:lvl1pPr marL="0" indent="0">
              <a:buNone/>
              <a:defRPr>
                <a:noFill/>
              </a:defRPr>
            </a:lvl1pPr>
          </a:lstStyle>
          <a:p>
            <a:r>
              <a:rPr lang="en-US"/>
              <a:t>Click icon to add picture</a:t>
            </a:r>
            <a:endParaRPr lang="en-PT"/>
          </a:p>
        </p:txBody>
      </p:sp>
      <p:sp>
        <p:nvSpPr>
          <p:cNvPr id="16" name="Picture Placeholder 2">
            <a:extLst>
              <a:ext uri="{FF2B5EF4-FFF2-40B4-BE49-F238E27FC236}">
                <a16:creationId xmlns:a16="http://schemas.microsoft.com/office/drawing/2014/main" id="{831B92B8-57A0-F045-B5AF-3A0E0ADDDCF9}"/>
              </a:ext>
            </a:extLst>
          </p:cNvPr>
          <p:cNvSpPr>
            <a:spLocks noGrp="1"/>
          </p:cNvSpPr>
          <p:nvPr>
            <p:ph type="pic" sz="quarter" idx="30"/>
          </p:nvPr>
        </p:nvSpPr>
        <p:spPr>
          <a:xfrm>
            <a:off x="1079998" y="3716407"/>
            <a:ext cx="1774800" cy="1080000"/>
          </a:xfrm>
          <a:noFill/>
        </p:spPr>
        <p:txBody>
          <a:bodyPr/>
          <a:lstStyle>
            <a:lvl1pPr marL="0" indent="0">
              <a:buNone/>
              <a:defRPr>
                <a:noFill/>
              </a:defRPr>
            </a:lvl1pPr>
          </a:lstStyle>
          <a:p>
            <a:r>
              <a:rPr lang="en-US"/>
              <a:t>Click icon to add picture</a:t>
            </a:r>
            <a:endParaRPr lang="en-PT"/>
          </a:p>
        </p:txBody>
      </p:sp>
      <p:sp>
        <p:nvSpPr>
          <p:cNvPr id="19" name="Picture Placeholder 2">
            <a:extLst>
              <a:ext uri="{FF2B5EF4-FFF2-40B4-BE49-F238E27FC236}">
                <a16:creationId xmlns:a16="http://schemas.microsoft.com/office/drawing/2014/main" id="{4C97D981-5ED7-D74C-B577-C52D703DA70F}"/>
              </a:ext>
            </a:extLst>
          </p:cNvPr>
          <p:cNvSpPr>
            <a:spLocks noGrp="1"/>
          </p:cNvSpPr>
          <p:nvPr>
            <p:ph type="pic" sz="quarter" idx="32"/>
          </p:nvPr>
        </p:nvSpPr>
        <p:spPr>
          <a:xfrm>
            <a:off x="3142800" y="2305455"/>
            <a:ext cx="1774800" cy="1080000"/>
          </a:xfrm>
          <a:noFill/>
        </p:spPr>
        <p:txBody>
          <a:bodyPr/>
          <a:lstStyle>
            <a:lvl1pPr marL="0" indent="0">
              <a:buNone/>
              <a:defRPr>
                <a:noFill/>
              </a:defRPr>
            </a:lvl1pPr>
          </a:lstStyle>
          <a:p>
            <a:r>
              <a:rPr lang="en-US"/>
              <a:t>Click icon to add picture</a:t>
            </a:r>
            <a:endParaRPr lang="en-PT"/>
          </a:p>
        </p:txBody>
      </p:sp>
      <p:sp>
        <p:nvSpPr>
          <p:cNvPr id="20" name="Picture Placeholder 2">
            <a:extLst>
              <a:ext uri="{FF2B5EF4-FFF2-40B4-BE49-F238E27FC236}">
                <a16:creationId xmlns:a16="http://schemas.microsoft.com/office/drawing/2014/main" id="{98BD8D0D-DD4A-7544-A18D-4BCED2CED9DA}"/>
              </a:ext>
            </a:extLst>
          </p:cNvPr>
          <p:cNvSpPr>
            <a:spLocks noGrp="1"/>
          </p:cNvSpPr>
          <p:nvPr>
            <p:ph type="pic" sz="quarter" idx="33"/>
          </p:nvPr>
        </p:nvSpPr>
        <p:spPr>
          <a:xfrm>
            <a:off x="3142800" y="3716407"/>
            <a:ext cx="1774800" cy="1080000"/>
          </a:xfrm>
          <a:noFill/>
        </p:spPr>
        <p:txBody>
          <a:bodyPr/>
          <a:lstStyle>
            <a:lvl1pPr marL="0" indent="0">
              <a:buNone/>
              <a:defRPr>
                <a:noFill/>
              </a:defRPr>
            </a:lvl1pPr>
          </a:lstStyle>
          <a:p>
            <a:r>
              <a:rPr lang="en-US"/>
              <a:t>Click icon to add picture</a:t>
            </a:r>
            <a:endParaRPr lang="en-PT"/>
          </a:p>
        </p:txBody>
      </p:sp>
      <p:sp>
        <p:nvSpPr>
          <p:cNvPr id="22" name="Picture Placeholder 2">
            <a:extLst>
              <a:ext uri="{FF2B5EF4-FFF2-40B4-BE49-F238E27FC236}">
                <a16:creationId xmlns:a16="http://schemas.microsoft.com/office/drawing/2014/main" id="{E051EBB6-B820-7D4D-A9EE-45232BAE6091}"/>
              </a:ext>
            </a:extLst>
          </p:cNvPr>
          <p:cNvSpPr>
            <a:spLocks noGrp="1"/>
          </p:cNvSpPr>
          <p:nvPr>
            <p:ph type="pic" sz="quarter" idx="35"/>
          </p:nvPr>
        </p:nvSpPr>
        <p:spPr>
          <a:xfrm>
            <a:off x="5230800" y="2305455"/>
            <a:ext cx="1774800" cy="1080000"/>
          </a:xfrm>
          <a:noFill/>
        </p:spPr>
        <p:txBody>
          <a:bodyPr/>
          <a:lstStyle>
            <a:lvl1pPr marL="0" indent="0">
              <a:buNone/>
              <a:defRPr>
                <a:noFill/>
              </a:defRPr>
            </a:lvl1pPr>
          </a:lstStyle>
          <a:p>
            <a:r>
              <a:rPr lang="en-US"/>
              <a:t>Click icon to add picture</a:t>
            </a:r>
            <a:endParaRPr lang="en-PT"/>
          </a:p>
        </p:txBody>
      </p:sp>
      <p:sp>
        <p:nvSpPr>
          <p:cNvPr id="23" name="Picture Placeholder 2">
            <a:extLst>
              <a:ext uri="{FF2B5EF4-FFF2-40B4-BE49-F238E27FC236}">
                <a16:creationId xmlns:a16="http://schemas.microsoft.com/office/drawing/2014/main" id="{5E21C6BE-5AD4-7244-BF35-C884C3F9573C}"/>
              </a:ext>
            </a:extLst>
          </p:cNvPr>
          <p:cNvSpPr>
            <a:spLocks noGrp="1"/>
          </p:cNvSpPr>
          <p:nvPr>
            <p:ph type="pic" sz="quarter" idx="36"/>
          </p:nvPr>
        </p:nvSpPr>
        <p:spPr>
          <a:xfrm>
            <a:off x="5230800" y="3716407"/>
            <a:ext cx="1774800" cy="1080000"/>
          </a:xfrm>
          <a:noFill/>
        </p:spPr>
        <p:txBody>
          <a:bodyPr/>
          <a:lstStyle>
            <a:lvl1pPr marL="0" indent="0">
              <a:buNone/>
              <a:defRPr>
                <a:noFill/>
              </a:defRPr>
            </a:lvl1pPr>
          </a:lstStyle>
          <a:p>
            <a:r>
              <a:rPr lang="en-US"/>
              <a:t>Click icon to add picture</a:t>
            </a:r>
            <a:endParaRPr lang="en-PT"/>
          </a:p>
        </p:txBody>
      </p:sp>
      <p:sp>
        <p:nvSpPr>
          <p:cNvPr id="27" name="Picture Placeholder 2">
            <a:extLst>
              <a:ext uri="{FF2B5EF4-FFF2-40B4-BE49-F238E27FC236}">
                <a16:creationId xmlns:a16="http://schemas.microsoft.com/office/drawing/2014/main" id="{E51D7EF8-DED9-BF4E-BD53-AED364A78AF7}"/>
              </a:ext>
            </a:extLst>
          </p:cNvPr>
          <p:cNvSpPr>
            <a:spLocks noGrp="1"/>
          </p:cNvSpPr>
          <p:nvPr>
            <p:ph type="pic" sz="quarter" idx="38"/>
          </p:nvPr>
        </p:nvSpPr>
        <p:spPr>
          <a:xfrm>
            <a:off x="7293600" y="2305455"/>
            <a:ext cx="1774800" cy="1080000"/>
          </a:xfrm>
          <a:noFill/>
        </p:spPr>
        <p:txBody>
          <a:bodyPr/>
          <a:lstStyle>
            <a:lvl1pPr marL="0" indent="0">
              <a:buNone/>
              <a:defRPr>
                <a:noFill/>
              </a:defRPr>
            </a:lvl1pPr>
          </a:lstStyle>
          <a:p>
            <a:r>
              <a:rPr lang="en-US"/>
              <a:t>Click icon to add picture</a:t>
            </a:r>
            <a:endParaRPr lang="en-PT"/>
          </a:p>
        </p:txBody>
      </p:sp>
      <p:sp>
        <p:nvSpPr>
          <p:cNvPr id="28" name="Picture Placeholder 2">
            <a:extLst>
              <a:ext uri="{FF2B5EF4-FFF2-40B4-BE49-F238E27FC236}">
                <a16:creationId xmlns:a16="http://schemas.microsoft.com/office/drawing/2014/main" id="{A19C3851-927A-854C-B3EC-5ADA1E7EAAF6}"/>
              </a:ext>
            </a:extLst>
          </p:cNvPr>
          <p:cNvSpPr>
            <a:spLocks noGrp="1"/>
          </p:cNvSpPr>
          <p:nvPr>
            <p:ph type="pic" sz="quarter" idx="39"/>
          </p:nvPr>
        </p:nvSpPr>
        <p:spPr>
          <a:xfrm>
            <a:off x="7293600" y="3716407"/>
            <a:ext cx="1774800" cy="1080000"/>
          </a:xfrm>
          <a:noFill/>
        </p:spPr>
        <p:txBody>
          <a:bodyPr/>
          <a:lstStyle>
            <a:lvl1pPr marL="0" indent="0">
              <a:buNone/>
              <a:defRPr>
                <a:noFill/>
              </a:defRPr>
            </a:lvl1pPr>
          </a:lstStyle>
          <a:p>
            <a:r>
              <a:rPr lang="en-US"/>
              <a:t>Click icon to add picture</a:t>
            </a:r>
            <a:endParaRPr lang="en-PT"/>
          </a:p>
        </p:txBody>
      </p:sp>
      <p:sp>
        <p:nvSpPr>
          <p:cNvPr id="30" name="Picture Placeholder 2">
            <a:extLst>
              <a:ext uri="{FF2B5EF4-FFF2-40B4-BE49-F238E27FC236}">
                <a16:creationId xmlns:a16="http://schemas.microsoft.com/office/drawing/2014/main" id="{D8C6B86C-014B-3043-9715-CC3F9E283AF2}"/>
              </a:ext>
            </a:extLst>
          </p:cNvPr>
          <p:cNvSpPr>
            <a:spLocks noGrp="1"/>
          </p:cNvSpPr>
          <p:nvPr>
            <p:ph type="pic" sz="quarter" idx="41"/>
          </p:nvPr>
        </p:nvSpPr>
        <p:spPr>
          <a:xfrm>
            <a:off x="9356400" y="2305455"/>
            <a:ext cx="1774800" cy="1080000"/>
          </a:xfrm>
          <a:noFill/>
        </p:spPr>
        <p:txBody>
          <a:bodyPr/>
          <a:lstStyle>
            <a:lvl1pPr marL="0" indent="0">
              <a:buNone/>
              <a:defRPr>
                <a:noFill/>
              </a:defRPr>
            </a:lvl1pPr>
          </a:lstStyle>
          <a:p>
            <a:r>
              <a:rPr lang="en-US"/>
              <a:t>Click icon to add picture</a:t>
            </a:r>
            <a:endParaRPr lang="en-PT"/>
          </a:p>
        </p:txBody>
      </p:sp>
      <p:sp>
        <p:nvSpPr>
          <p:cNvPr id="31" name="Picture Placeholder 2">
            <a:extLst>
              <a:ext uri="{FF2B5EF4-FFF2-40B4-BE49-F238E27FC236}">
                <a16:creationId xmlns:a16="http://schemas.microsoft.com/office/drawing/2014/main" id="{F7183DE3-B071-274A-A2F5-57F934506F2D}"/>
              </a:ext>
            </a:extLst>
          </p:cNvPr>
          <p:cNvSpPr>
            <a:spLocks noGrp="1"/>
          </p:cNvSpPr>
          <p:nvPr>
            <p:ph type="pic" sz="quarter" idx="42"/>
          </p:nvPr>
        </p:nvSpPr>
        <p:spPr>
          <a:xfrm>
            <a:off x="9356400" y="3716407"/>
            <a:ext cx="1774800" cy="1080000"/>
          </a:xfrm>
          <a:noFill/>
        </p:spPr>
        <p:txBody>
          <a:bodyPr/>
          <a:lstStyle>
            <a:lvl1pPr marL="0" indent="0">
              <a:buNone/>
              <a:defRPr>
                <a:noFill/>
              </a:defRPr>
            </a:lvl1pPr>
          </a:lstStyle>
          <a:p>
            <a:r>
              <a:rPr lang="en-US"/>
              <a:t>Click icon to add picture</a:t>
            </a:r>
            <a:endParaRPr lang="en-PT"/>
          </a:p>
        </p:txBody>
      </p:sp>
      <p:sp>
        <p:nvSpPr>
          <p:cNvPr id="17" name="Text Placeholder 7">
            <a:extLst>
              <a:ext uri="{FF2B5EF4-FFF2-40B4-BE49-F238E27FC236}">
                <a16:creationId xmlns:a16="http://schemas.microsoft.com/office/drawing/2014/main" id="{206B3D9C-0952-C948-9725-FA76A981C06A}"/>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8" name="Title 1">
            <a:extLst>
              <a:ext uri="{FF2B5EF4-FFF2-40B4-BE49-F238E27FC236}">
                <a16:creationId xmlns:a16="http://schemas.microsoft.com/office/drawing/2014/main" id="{EB07C7CA-8E4F-FD43-97AE-99C176346886}"/>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1" name="Text Placeholder 7">
            <a:extLst>
              <a:ext uri="{FF2B5EF4-FFF2-40B4-BE49-F238E27FC236}">
                <a16:creationId xmlns:a16="http://schemas.microsoft.com/office/drawing/2014/main" id="{F5A48B05-6F92-B540-9AE6-40E9E299739B}"/>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585806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3_Grid 8 Logos">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sp>
        <p:nvSpPr>
          <p:cNvPr id="21" name="Picture Placeholder 2">
            <a:extLst>
              <a:ext uri="{FF2B5EF4-FFF2-40B4-BE49-F238E27FC236}">
                <a16:creationId xmlns:a16="http://schemas.microsoft.com/office/drawing/2014/main" id="{2FD74483-D57A-ED4E-81B9-FE63F6122A80}"/>
              </a:ext>
            </a:extLst>
          </p:cNvPr>
          <p:cNvSpPr>
            <a:spLocks noGrp="1"/>
          </p:cNvSpPr>
          <p:nvPr>
            <p:ph type="pic" sz="quarter" idx="40"/>
          </p:nvPr>
        </p:nvSpPr>
        <p:spPr>
          <a:xfrm>
            <a:off x="1079998" y="3716407"/>
            <a:ext cx="2289600" cy="1080000"/>
          </a:xfrm>
          <a:noFill/>
        </p:spPr>
        <p:txBody>
          <a:bodyPr/>
          <a:lstStyle>
            <a:lvl1pPr marL="0" indent="0">
              <a:buNone/>
              <a:defRPr>
                <a:noFill/>
              </a:defRPr>
            </a:lvl1pPr>
          </a:lstStyle>
          <a:p>
            <a:r>
              <a:rPr lang="en-US"/>
              <a:t>Click icon to add picture</a:t>
            </a:r>
            <a:endParaRPr lang="en-PT"/>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3" name="Picture Placeholder 2">
            <a:extLst>
              <a:ext uri="{FF2B5EF4-FFF2-40B4-BE49-F238E27FC236}">
                <a16:creationId xmlns:a16="http://schemas.microsoft.com/office/drawing/2014/main" id="{FD3A5CC7-D75C-D440-A8AD-DE20599ED69B}"/>
              </a:ext>
            </a:extLst>
          </p:cNvPr>
          <p:cNvSpPr>
            <a:spLocks noGrp="1"/>
          </p:cNvSpPr>
          <p:nvPr>
            <p:ph type="pic" sz="quarter" idx="11"/>
          </p:nvPr>
        </p:nvSpPr>
        <p:spPr>
          <a:xfrm>
            <a:off x="1079998" y="2305455"/>
            <a:ext cx="2289600" cy="1080000"/>
          </a:xfrm>
          <a:noFill/>
        </p:spPr>
        <p:txBody>
          <a:bodyPr/>
          <a:lstStyle>
            <a:lvl1pPr marL="0" indent="0">
              <a:buNone/>
              <a:defRPr>
                <a:noFill/>
              </a:defRPr>
            </a:lvl1pPr>
          </a:lstStyle>
          <a:p>
            <a:r>
              <a:rPr lang="en-US"/>
              <a:t>Click icon to add picture</a:t>
            </a:r>
            <a:endParaRPr lang="en-PT"/>
          </a:p>
        </p:txBody>
      </p:sp>
      <p:sp>
        <p:nvSpPr>
          <p:cNvPr id="19" name="Picture Placeholder 2">
            <a:extLst>
              <a:ext uri="{FF2B5EF4-FFF2-40B4-BE49-F238E27FC236}">
                <a16:creationId xmlns:a16="http://schemas.microsoft.com/office/drawing/2014/main" id="{4C97D981-5ED7-D74C-B577-C52D703DA70F}"/>
              </a:ext>
            </a:extLst>
          </p:cNvPr>
          <p:cNvSpPr>
            <a:spLocks noGrp="1"/>
          </p:cNvSpPr>
          <p:nvPr>
            <p:ph type="pic" sz="quarter" idx="32"/>
          </p:nvPr>
        </p:nvSpPr>
        <p:spPr>
          <a:xfrm>
            <a:off x="3666309" y="2305455"/>
            <a:ext cx="2289600" cy="1080000"/>
          </a:xfrm>
          <a:noFill/>
        </p:spPr>
        <p:txBody>
          <a:bodyPr/>
          <a:lstStyle>
            <a:lvl1pPr marL="0" indent="0">
              <a:buNone/>
              <a:defRPr>
                <a:noFill/>
              </a:defRPr>
            </a:lvl1pPr>
          </a:lstStyle>
          <a:p>
            <a:r>
              <a:rPr lang="en-US"/>
              <a:t>Click icon to add picture</a:t>
            </a:r>
            <a:endParaRPr lang="en-PT"/>
          </a:p>
        </p:txBody>
      </p:sp>
      <p:sp>
        <p:nvSpPr>
          <p:cNvPr id="22" name="Picture Placeholder 2">
            <a:extLst>
              <a:ext uri="{FF2B5EF4-FFF2-40B4-BE49-F238E27FC236}">
                <a16:creationId xmlns:a16="http://schemas.microsoft.com/office/drawing/2014/main" id="{E051EBB6-B820-7D4D-A9EE-45232BAE6091}"/>
              </a:ext>
            </a:extLst>
          </p:cNvPr>
          <p:cNvSpPr>
            <a:spLocks noGrp="1"/>
          </p:cNvSpPr>
          <p:nvPr>
            <p:ph type="pic" sz="quarter" idx="35"/>
          </p:nvPr>
        </p:nvSpPr>
        <p:spPr>
          <a:xfrm>
            <a:off x="6252618" y="2305455"/>
            <a:ext cx="2289600" cy="1080000"/>
          </a:xfrm>
          <a:noFill/>
        </p:spPr>
        <p:txBody>
          <a:bodyPr/>
          <a:lstStyle>
            <a:lvl1pPr marL="0" indent="0">
              <a:buNone/>
              <a:defRPr>
                <a:noFill/>
              </a:defRPr>
            </a:lvl1pPr>
          </a:lstStyle>
          <a:p>
            <a:r>
              <a:rPr lang="en-US"/>
              <a:t>Click icon to add picture</a:t>
            </a:r>
            <a:endParaRPr lang="en-PT"/>
          </a:p>
        </p:txBody>
      </p:sp>
      <p:sp>
        <p:nvSpPr>
          <p:cNvPr id="27" name="Picture Placeholder 2">
            <a:extLst>
              <a:ext uri="{FF2B5EF4-FFF2-40B4-BE49-F238E27FC236}">
                <a16:creationId xmlns:a16="http://schemas.microsoft.com/office/drawing/2014/main" id="{E51D7EF8-DED9-BF4E-BD53-AED364A78AF7}"/>
              </a:ext>
            </a:extLst>
          </p:cNvPr>
          <p:cNvSpPr>
            <a:spLocks noGrp="1"/>
          </p:cNvSpPr>
          <p:nvPr>
            <p:ph type="pic" sz="quarter" idx="38"/>
          </p:nvPr>
        </p:nvSpPr>
        <p:spPr>
          <a:xfrm>
            <a:off x="8841600" y="2305455"/>
            <a:ext cx="2289600" cy="1080000"/>
          </a:xfrm>
          <a:noFill/>
        </p:spPr>
        <p:txBody>
          <a:bodyPr/>
          <a:lstStyle>
            <a:lvl1pPr marL="0" indent="0">
              <a:buNone/>
              <a:defRPr>
                <a:noFill/>
              </a:defRPr>
            </a:lvl1pPr>
          </a:lstStyle>
          <a:p>
            <a:r>
              <a:rPr lang="en-US"/>
              <a:t>Click icon to add picture</a:t>
            </a:r>
            <a:endParaRPr lang="en-PT"/>
          </a:p>
        </p:txBody>
      </p:sp>
      <p:sp>
        <p:nvSpPr>
          <p:cNvPr id="24" name="Picture Placeholder 2">
            <a:extLst>
              <a:ext uri="{FF2B5EF4-FFF2-40B4-BE49-F238E27FC236}">
                <a16:creationId xmlns:a16="http://schemas.microsoft.com/office/drawing/2014/main" id="{2E285179-D040-0043-B89D-273B9236FE0E}"/>
              </a:ext>
            </a:extLst>
          </p:cNvPr>
          <p:cNvSpPr>
            <a:spLocks noGrp="1"/>
          </p:cNvSpPr>
          <p:nvPr>
            <p:ph type="pic" sz="quarter" idx="41"/>
          </p:nvPr>
        </p:nvSpPr>
        <p:spPr>
          <a:xfrm>
            <a:off x="3666309" y="3716407"/>
            <a:ext cx="2289600" cy="1080000"/>
          </a:xfrm>
          <a:noFill/>
        </p:spPr>
        <p:txBody>
          <a:bodyPr/>
          <a:lstStyle>
            <a:lvl1pPr marL="0" indent="0">
              <a:buNone/>
              <a:defRPr>
                <a:noFill/>
              </a:defRPr>
            </a:lvl1pPr>
          </a:lstStyle>
          <a:p>
            <a:r>
              <a:rPr lang="en-US"/>
              <a:t>Click icon to add picture</a:t>
            </a:r>
            <a:endParaRPr lang="en-PT"/>
          </a:p>
        </p:txBody>
      </p:sp>
      <p:sp>
        <p:nvSpPr>
          <p:cNvPr id="29" name="Picture Placeholder 2">
            <a:extLst>
              <a:ext uri="{FF2B5EF4-FFF2-40B4-BE49-F238E27FC236}">
                <a16:creationId xmlns:a16="http://schemas.microsoft.com/office/drawing/2014/main" id="{633611EE-9237-E744-9AFE-00AFFE0ECB06}"/>
              </a:ext>
            </a:extLst>
          </p:cNvPr>
          <p:cNvSpPr>
            <a:spLocks noGrp="1"/>
          </p:cNvSpPr>
          <p:nvPr>
            <p:ph type="pic" sz="quarter" idx="42"/>
          </p:nvPr>
        </p:nvSpPr>
        <p:spPr>
          <a:xfrm>
            <a:off x="6252618" y="3716407"/>
            <a:ext cx="2289600" cy="1080000"/>
          </a:xfrm>
          <a:noFill/>
        </p:spPr>
        <p:txBody>
          <a:bodyPr/>
          <a:lstStyle>
            <a:lvl1pPr marL="0" indent="0">
              <a:buNone/>
              <a:defRPr>
                <a:noFill/>
              </a:defRPr>
            </a:lvl1pPr>
          </a:lstStyle>
          <a:p>
            <a:r>
              <a:rPr lang="en-US"/>
              <a:t>Click icon to add picture</a:t>
            </a:r>
            <a:endParaRPr lang="en-PT"/>
          </a:p>
        </p:txBody>
      </p:sp>
      <p:sp>
        <p:nvSpPr>
          <p:cNvPr id="32" name="Picture Placeholder 2">
            <a:extLst>
              <a:ext uri="{FF2B5EF4-FFF2-40B4-BE49-F238E27FC236}">
                <a16:creationId xmlns:a16="http://schemas.microsoft.com/office/drawing/2014/main" id="{AA75E857-B716-BC40-A09E-D16FDA7F3CE6}"/>
              </a:ext>
            </a:extLst>
          </p:cNvPr>
          <p:cNvSpPr>
            <a:spLocks noGrp="1"/>
          </p:cNvSpPr>
          <p:nvPr>
            <p:ph type="pic" sz="quarter" idx="43"/>
          </p:nvPr>
        </p:nvSpPr>
        <p:spPr>
          <a:xfrm>
            <a:off x="8841600" y="3716407"/>
            <a:ext cx="2289600" cy="1080000"/>
          </a:xfrm>
          <a:noFill/>
        </p:spPr>
        <p:txBody>
          <a:bodyPr/>
          <a:lstStyle>
            <a:lvl1pPr marL="0" indent="0">
              <a:buNone/>
              <a:defRPr>
                <a:noFill/>
              </a:defRPr>
            </a:lvl1pPr>
          </a:lstStyle>
          <a:p>
            <a:r>
              <a:rPr lang="en-US"/>
              <a:t>Click icon to add picture</a:t>
            </a:r>
            <a:endParaRPr lang="en-PT"/>
          </a:p>
        </p:txBody>
      </p:sp>
      <p:sp>
        <p:nvSpPr>
          <p:cNvPr id="15" name="Text Placeholder 7">
            <a:extLst>
              <a:ext uri="{FF2B5EF4-FFF2-40B4-BE49-F238E27FC236}">
                <a16:creationId xmlns:a16="http://schemas.microsoft.com/office/drawing/2014/main" id="{225BF25A-EAEB-7A47-AF98-B8605EE3A872}"/>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6" name="Title 1">
            <a:extLst>
              <a:ext uri="{FF2B5EF4-FFF2-40B4-BE49-F238E27FC236}">
                <a16:creationId xmlns:a16="http://schemas.microsoft.com/office/drawing/2014/main" id="{9CBB35CE-50C6-0846-8434-DFB962523E3F}"/>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17" name="Text Placeholder 7">
            <a:extLst>
              <a:ext uri="{FF2B5EF4-FFF2-40B4-BE49-F238E27FC236}">
                <a16:creationId xmlns:a16="http://schemas.microsoft.com/office/drawing/2014/main" id="{C8C7F4C6-73A3-514A-94B5-75CF41FA359B}"/>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897453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_1_Content Grid 6">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2245523"/>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1726544"/>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33" name="Text Placeholder 7">
            <a:extLst>
              <a:ext uri="{FF2B5EF4-FFF2-40B4-BE49-F238E27FC236}">
                <a16:creationId xmlns:a16="http://schemas.microsoft.com/office/drawing/2014/main" id="{A3808C06-B826-5343-B051-30B66A008202}"/>
              </a:ext>
            </a:extLst>
          </p:cNvPr>
          <p:cNvSpPr>
            <a:spLocks noGrp="1"/>
          </p:cNvSpPr>
          <p:nvPr>
            <p:ph type="body" sz="quarter" idx="18" hasCustomPrompt="1"/>
          </p:nvPr>
        </p:nvSpPr>
        <p:spPr>
          <a:xfrm>
            <a:off x="4615200" y="2245523"/>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34" name="Text Placeholder 7">
            <a:extLst>
              <a:ext uri="{FF2B5EF4-FFF2-40B4-BE49-F238E27FC236}">
                <a16:creationId xmlns:a16="http://schemas.microsoft.com/office/drawing/2014/main" id="{AA63282C-1AB0-5649-94A0-37AAFE4BD403}"/>
              </a:ext>
            </a:extLst>
          </p:cNvPr>
          <p:cNvSpPr>
            <a:spLocks noGrp="1"/>
          </p:cNvSpPr>
          <p:nvPr>
            <p:ph type="body" sz="quarter" idx="19" hasCustomPrompt="1"/>
          </p:nvPr>
        </p:nvSpPr>
        <p:spPr>
          <a:xfrm>
            <a:off x="4615200" y="1721468"/>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39" name="Text Placeholder 7">
            <a:extLst>
              <a:ext uri="{FF2B5EF4-FFF2-40B4-BE49-F238E27FC236}">
                <a16:creationId xmlns:a16="http://schemas.microsoft.com/office/drawing/2014/main" id="{76AE97C1-AEF1-8748-9972-E8866894FA6C}"/>
              </a:ext>
            </a:extLst>
          </p:cNvPr>
          <p:cNvSpPr>
            <a:spLocks noGrp="1"/>
          </p:cNvSpPr>
          <p:nvPr>
            <p:ph type="body" sz="quarter" idx="24" hasCustomPrompt="1"/>
          </p:nvPr>
        </p:nvSpPr>
        <p:spPr>
          <a:xfrm>
            <a:off x="8150400" y="2245523"/>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40" name="Text Placeholder 7">
            <a:extLst>
              <a:ext uri="{FF2B5EF4-FFF2-40B4-BE49-F238E27FC236}">
                <a16:creationId xmlns:a16="http://schemas.microsoft.com/office/drawing/2014/main" id="{6703B4E2-4E83-6C40-8311-F8A7ADDD17F4}"/>
              </a:ext>
            </a:extLst>
          </p:cNvPr>
          <p:cNvSpPr>
            <a:spLocks noGrp="1"/>
          </p:cNvSpPr>
          <p:nvPr>
            <p:ph type="body" sz="quarter" idx="25" hasCustomPrompt="1"/>
          </p:nvPr>
        </p:nvSpPr>
        <p:spPr>
          <a:xfrm>
            <a:off x="8150400" y="1721468"/>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29" name="Text Placeholder 7">
            <a:extLst>
              <a:ext uri="{FF2B5EF4-FFF2-40B4-BE49-F238E27FC236}">
                <a16:creationId xmlns:a16="http://schemas.microsoft.com/office/drawing/2014/main" id="{6447C4D7-2853-B641-A290-0F4F1C54DAD3}"/>
              </a:ext>
            </a:extLst>
          </p:cNvPr>
          <p:cNvSpPr>
            <a:spLocks noGrp="1"/>
          </p:cNvSpPr>
          <p:nvPr>
            <p:ph type="body" sz="quarter" idx="30" hasCustomPrompt="1"/>
          </p:nvPr>
        </p:nvSpPr>
        <p:spPr>
          <a:xfrm>
            <a:off x="1079996" y="4132586"/>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30" name="Text Placeholder 7">
            <a:extLst>
              <a:ext uri="{FF2B5EF4-FFF2-40B4-BE49-F238E27FC236}">
                <a16:creationId xmlns:a16="http://schemas.microsoft.com/office/drawing/2014/main" id="{9EEEDB7B-6845-214B-9A0E-8494146A6E26}"/>
              </a:ext>
            </a:extLst>
          </p:cNvPr>
          <p:cNvSpPr>
            <a:spLocks noGrp="1"/>
          </p:cNvSpPr>
          <p:nvPr>
            <p:ph type="body" sz="quarter" idx="31" hasCustomPrompt="1"/>
          </p:nvPr>
        </p:nvSpPr>
        <p:spPr>
          <a:xfrm>
            <a:off x="1079998" y="3613607"/>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31" name="Text Placeholder 7">
            <a:extLst>
              <a:ext uri="{FF2B5EF4-FFF2-40B4-BE49-F238E27FC236}">
                <a16:creationId xmlns:a16="http://schemas.microsoft.com/office/drawing/2014/main" id="{6DE17E62-075A-504D-8851-553C3AA4370E}"/>
              </a:ext>
            </a:extLst>
          </p:cNvPr>
          <p:cNvSpPr>
            <a:spLocks noGrp="1"/>
          </p:cNvSpPr>
          <p:nvPr>
            <p:ph type="body" sz="quarter" idx="32" hasCustomPrompt="1"/>
          </p:nvPr>
        </p:nvSpPr>
        <p:spPr>
          <a:xfrm>
            <a:off x="4615198" y="4132586"/>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35" name="Text Placeholder 7">
            <a:extLst>
              <a:ext uri="{FF2B5EF4-FFF2-40B4-BE49-F238E27FC236}">
                <a16:creationId xmlns:a16="http://schemas.microsoft.com/office/drawing/2014/main" id="{354F0F84-4C72-2B45-8421-67AF6C9767C7}"/>
              </a:ext>
            </a:extLst>
          </p:cNvPr>
          <p:cNvSpPr>
            <a:spLocks noGrp="1"/>
          </p:cNvSpPr>
          <p:nvPr>
            <p:ph type="body" sz="quarter" idx="33" hasCustomPrompt="1"/>
          </p:nvPr>
        </p:nvSpPr>
        <p:spPr>
          <a:xfrm>
            <a:off x="4615198" y="3608531"/>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36" name="Text Placeholder 7">
            <a:extLst>
              <a:ext uri="{FF2B5EF4-FFF2-40B4-BE49-F238E27FC236}">
                <a16:creationId xmlns:a16="http://schemas.microsoft.com/office/drawing/2014/main" id="{B1EB0EF6-3E97-1C43-AEE5-CAFBB232471D}"/>
              </a:ext>
            </a:extLst>
          </p:cNvPr>
          <p:cNvSpPr>
            <a:spLocks noGrp="1"/>
          </p:cNvSpPr>
          <p:nvPr>
            <p:ph type="body" sz="quarter" idx="34" hasCustomPrompt="1"/>
          </p:nvPr>
        </p:nvSpPr>
        <p:spPr>
          <a:xfrm>
            <a:off x="8150398" y="4132586"/>
            <a:ext cx="29592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Based on the storage and processing technologies employed, it is possible to distinguish four distinct phases of IT development.</a:t>
            </a:r>
          </a:p>
        </p:txBody>
      </p:sp>
      <p:sp>
        <p:nvSpPr>
          <p:cNvPr id="37" name="Text Placeholder 7">
            <a:extLst>
              <a:ext uri="{FF2B5EF4-FFF2-40B4-BE49-F238E27FC236}">
                <a16:creationId xmlns:a16="http://schemas.microsoft.com/office/drawing/2014/main" id="{D776AAEC-9BBF-4B43-8D9F-3E17E9636C71}"/>
              </a:ext>
            </a:extLst>
          </p:cNvPr>
          <p:cNvSpPr>
            <a:spLocks noGrp="1"/>
          </p:cNvSpPr>
          <p:nvPr>
            <p:ph type="body" sz="quarter" idx="35" hasCustomPrompt="1"/>
          </p:nvPr>
        </p:nvSpPr>
        <p:spPr>
          <a:xfrm>
            <a:off x="8150398" y="3608531"/>
            <a:ext cx="29592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Edit this multiple lines option title</a:t>
            </a:r>
          </a:p>
        </p:txBody>
      </p:sp>
      <p:sp>
        <p:nvSpPr>
          <p:cNvPr id="25" name="Text Placeholder 7">
            <a:extLst>
              <a:ext uri="{FF2B5EF4-FFF2-40B4-BE49-F238E27FC236}">
                <a16:creationId xmlns:a16="http://schemas.microsoft.com/office/drawing/2014/main" id="{28B56567-6174-3741-8E0E-21503601854A}"/>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Title 1">
            <a:extLst>
              <a:ext uri="{FF2B5EF4-FFF2-40B4-BE49-F238E27FC236}">
                <a16:creationId xmlns:a16="http://schemas.microsoft.com/office/drawing/2014/main" id="{7DC6060D-667D-C24D-A32A-F6C74E8CC0E8}"/>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7" name="Text Placeholder 7">
            <a:extLst>
              <a:ext uri="{FF2B5EF4-FFF2-40B4-BE49-F238E27FC236}">
                <a16:creationId xmlns:a16="http://schemas.microsoft.com/office/drawing/2014/main" id="{4403707B-0BC6-FA48-B11C-B3E36110D2BF}"/>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4" name="Picture Placeholder 3">
            <a:extLst>
              <a:ext uri="{FF2B5EF4-FFF2-40B4-BE49-F238E27FC236}">
                <a16:creationId xmlns:a16="http://schemas.microsoft.com/office/drawing/2014/main" id="{6D421D61-0121-B048-BD67-845AB0AE5D30}"/>
              </a:ext>
            </a:extLst>
          </p:cNvPr>
          <p:cNvSpPr>
            <a:spLocks noGrp="1"/>
          </p:cNvSpPr>
          <p:nvPr>
            <p:ph type="pic" sz="quarter" idx="36"/>
          </p:nvPr>
        </p:nvSpPr>
        <p:spPr>
          <a:xfrm>
            <a:off x="1079500" y="1598400"/>
            <a:ext cx="2959100" cy="36000"/>
          </a:xfrm>
          <a:solidFill>
            <a:schemeClr val="tx1"/>
          </a:solidFill>
        </p:spPr>
        <p:txBody>
          <a:bodyPr/>
          <a:lstStyle>
            <a:lvl1pPr marL="0" indent="0">
              <a:buNone/>
              <a:defRPr>
                <a:noFill/>
              </a:defRPr>
            </a:lvl1pPr>
          </a:lstStyle>
          <a:p>
            <a:r>
              <a:rPr lang="en-US"/>
              <a:t>Click icon to add picture</a:t>
            </a:r>
            <a:endParaRPr lang="en-PT"/>
          </a:p>
        </p:txBody>
      </p:sp>
      <p:sp>
        <p:nvSpPr>
          <p:cNvPr id="28" name="Picture Placeholder 3">
            <a:extLst>
              <a:ext uri="{FF2B5EF4-FFF2-40B4-BE49-F238E27FC236}">
                <a16:creationId xmlns:a16="http://schemas.microsoft.com/office/drawing/2014/main" id="{27FD90B4-583B-4648-AE73-8D6897B1FB3A}"/>
              </a:ext>
            </a:extLst>
          </p:cNvPr>
          <p:cNvSpPr>
            <a:spLocks noGrp="1"/>
          </p:cNvSpPr>
          <p:nvPr>
            <p:ph type="pic" sz="quarter" idx="37"/>
          </p:nvPr>
        </p:nvSpPr>
        <p:spPr>
          <a:xfrm>
            <a:off x="4615296" y="1598400"/>
            <a:ext cx="2959100" cy="36000"/>
          </a:xfrm>
          <a:solidFill>
            <a:schemeClr val="tx1"/>
          </a:solidFill>
        </p:spPr>
        <p:txBody>
          <a:bodyPr/>
          <a:lstStyle>
            <a:lvl1pPr marL="0" indent="0">
              <a:buNone/>
              <a:defRPr>
                <a:noFill/>
              </a:defRPr>
            </a:lvl1pPr>
          </a:lstStyle>
          <a:p>
            <a:r>
              <a:rPr lang="en-US"/>
              <a:t>Click icon to add picture</a:t>
            </a:r>
            <a:endParaRPr lang="en-PT"/>
          </a:p>
        </p:txBody>
      </p:sp>
      <p:sp>
        <p:nvSpPr>
          <p:cNvPr id="32" name="Picture Placeholder 3">
            <a:extLst>
              <a:ext uri="{FF2B5EF4-FFF2-40B4-BE49-F238E27FC236}">
                <a16:creationId xmlns:a16="http://schemas.microsoft.com/office/drawing/2014/main" id="{4AC68B1E-19E8-4F46-A74E-B8B7A6035D82}"/>
              </a:ext>
            </a:extLst>
          </p:cNvPr>
          <p:cNvSpPr>
            <a:spLocks noGrp="1"/>
          </p:cNvSpPr>
          <p:nvPr>
            <p:ph type="pic" sz="quarter" idx="38"/>
          </p:nvPr>
        </p:nvSpPr>
        <p:spPr>
          <a:xfrm>
            <a:off x="8150496" y="1598400"/>
            <a:ext cx="2959100" cy="36000"/>
          </a:xfrm>
          <a:solidFill>
            <a:schemeClr val="tx1"/>
          </a:solidFill>
        </p:spPr>
        <p:txBody>
          <a:bodyPr/>
          <a:lstStyle>
            <a:lvl1pPr marL="0" indent="0">
              <a:buNone/>
              <a:defRPr>
                <a:noFill/>
              </a:defRPr>
            </a:lvl1pPr>
          </a:lstStyle>
          <a:p>
            <a:r>
              <a:rPr lang="en-US"/>
              <a:t>Click icon to add picture</a:t>
            </a:r>
            <a:endParaRPr lang="en-PT"/>
          </a:p>
        </p:txBody>
      </p:sp>
      <p:sp>
        <p:nvSpPr>
          <p:cNvPr id="38" name="Picture Placeholder 3">
            <a:extLst>
              <a:ext uri="{FF2B5EF4-FFF2-40B4-BE49-F238E27FC236}">
                <a16:creationId xmlns:a16="http://schemas.microsoft.com/office/drawing/2014/main" id="{EEB1135B-614B-F245-8CFF-E34B033B22D6}"/>
              </a:ext>
            </a:extLst>
          </p:cNvPr>
          <p:cNvSpPr>
            <a:spLocks noGrp="1"/>
          </p:cNvSpPr>
          <p:nvPr>
            <p:ph type="pic" sz="quarter" idx="39"/>
          </p:nvPr>
        </p:nvSpPr>
        <p:spPr>
          <a:xfrm>
            <a:off x="1079500" y="3484800"/>
            <a:ext cx="2959100" cy="36000"/>
          </a:xfrm>
          <a:solidFill>
            <a:schemeClr val="tx1"/>
          </a:solidFill>
        </p:spPr>
        <p:txBody>
          <a:bodyPr/>
          <a:lstStyle>
            <a:lvl1pPr marL="0" indent="0">
              <a:buNone/>
              <a:defRPr>
                <a:noFill/>
              </a:defRPr>
            </a:lvl1pPr>
          </a:lstStyle>
          <a:p>
            <a:r>
              <a:rPr lang="en-US"/>
              <a:t>Click icon to add picture</a:t>
            </a:r>
            <a:endParaRPr lang="en-PT"/>
          </a:p>
        </p:txBody>
      </p:sp>
      <p:sp>
        <p:nvSpPr>
          <p:cNvPr id="44" name="Picture Placeholder 3">
            <a:extLst>
              <a:ext uri="{FF2B5EF4-FFF2-40B4-BE49-F238E27FC236}">
                <a16:creationId xmlns:a16="http://schemas.microsoft.com/office/drawing/2014/main" id="{EB084D1E-909E-C840-933A-FB6C55B3C813}"/>
              </a:ext>
            </a:extLst>
          </p:cNvPr>
          <p:cNvSpPr>
            <a:spLocks noGrp="1"/>
          </p:cNvSpPr>
          <p:nvPr>
            <p:ph type="pic" sz="quarter" idx="40"/>
          </p:nvPr>
        </p:nvSpPr>
        <p:spPr>
          <a:xfrm>
            <a:off x="4615296" y="3484800"/>
            <a:ext cx="2959100" cy="36000"/>
          </a:xfrm>
          <a:solidFill>
            <a:schemeClr val="tx1"/>
          </a:solidFill>
        </p:spPr>
        <p:txBody>
          <a:bodyPr/>
          <a:lstStyle>
            <a:lvl1pPr marL="0" indent="0">
              <a:buNone/>
              <a:defRPr>
                <a:noFill/>
              </a:defRPr>
            </a:lvl1pPr>
          </a:lstStyle>
          <a:p>
            <a:r>
              <a:rPr lang="en-US"/>
              <a:t>Click icon to add picture</a:t>
            </a:r>
            <a:endParaRPr lang="en-PT"/>
          </a:p>
        </p:txBody>
      </p:sp>
      <p:sp>
        <p:nvSpPr>
          <p:cNvPr id="45" name="Picture Placeholder 3">
            <a:extLst>
              <a:ext uri="{FF2B5EF4-FFF2-40B4-BE49-F238E27FC236}">
                <a16:creationId xmlns:a16="http://schemas.microsoft.com/office/drawing/2014/main" id="{FEA88560-1BD5-CB4A-B93C-3BBBFCD0D6DC}"/>
              </a:ext>
            </a:extLst>
          </p:cNvPr>
          <p:cNvSpPr>
            <a:spLocks noGrp="1"/>
          </p:cNvSpPr>
          <p:nvPr>
            <p:ph type="pic" sz="quarter" idx="41"/>
          </p:nvPr>
        </p:nvSpPr>
        <p:spPr>
          <a:xfrm>
            <a:off x="8150496" y="3484800"/>
            <a:ext cx="2959100" cy="36000"/>
          </a:xfrm>
          <a:solidFill>
            <a:schemeClr val="tx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1218770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0_2_Content Grid 4">
    <p:bg>
      <p:bgPr>
        <a:solidFill>
          <a:schemeClr val="bg1"/>
        </a:solidFill>
        <a:effectLst/>
      </p:bgPr>
    </p:bg>
    <p:spTree>
      <p:nvGrpSpPr>
        <p:cNvPr id="1" name=""/>
        <p:cNvGrpSpPr/>
        <p:nvPr/>
      </p:nvGrpSpPr>
      <p:grpSpPr>
        <a:xfrm>
          <a:off x="0" y="0"/>
          <a:ext cx="0" cy="0"/>
          <a:chOff x="0" y="0"/>
          <a:chExt cx="0" cy="0"/>
        </a:xfrm>
      </p:grpSpPr>
      <p:pic>
        <p:nvPicPr>
          <p:cNvPr id="9" name="r1Artboard 2edsw.pdf" descr="r1Artboard 2edsw.pdf">
            <a:extLst>
              <a:ext uri="{FF2B5EF4-FFF2-40B4-BE49-F238E27FC236}">
                <a16:creationId xmlns:a16="http://schemas.microsoft.com/office/drawing/2014/main" id="{258D9988-51D1-6945-B935-9CD432D62110}"/>
              </a:ext>
            </a:extLst>
          </p:cNvPr>
          <p:cNvPicPr>
            <a:picLocks noChangeAspect="1"/>
          </p:cNvPicPr>
          <p:nvPr userDrawn="1"/>
        </p:nvPicPr>
        <p:blipFill rotWithShape="1">
          <a:blip r:embed="rId2" cstate="screen">
            <a:alphaModFix amt="13000"/>
            <a:extLst>
              <a:ext uri="{28A0092B-C50C-407E-A947-70E740481C1C}">
                <a14:useLocalDpi xmlns:a14="http://schemas.microsoft.com/office/drawing/2010/main"/>
              </a:ext>
            </a:extLst>
          </a:blip>
          <a:srcRect/>
          <a:stretch/>
        </p:blipFill>
        <p:spPr>
          <a:xfrm>
            <a:off x="0" y="4241260"/>
            <a:ext cx="3185689" cy="2616740"/>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079998" y="2245523"/>
            <a:ext cx="47268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In this context, it is the current state of humanity's knowledge of how to combine resources to produce desired products, to solve problems, </a:t>
            </a:r>
            <a:r>
              <a:rPr lang="en-GB" err="1"/>
              <a:t>fulfill</a:t>
            </a:r>
            <a:r>
              <a:rPr lang="en-GB"/>
              <a:t> needs, or satisfy wants; it includes technical methods, skills, processes, techniques, tools and raw materials.</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080000" y="1726544"/>
            <a:ext cx="47268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The word "technology" can also be used to refer to a collection of techniques</a:t>
            </a:r>
          </a:p>
        </p:txBody>
      </p:sp>
      <p:sp>
        <p:nvSpPr>
          <p:cNvPr id="29" name="Text Placeholder 7">
            <a:extLst>
              <a:ext uri="{FF2B5EF4-FFF2-40B4-BE49-F238E27FC236}">
                <a16:creationId xmlns:a16="http://schemas.microsoft.com/office/drawing/2014/main" id="{6447C4D7-2853-B641-A290-0F4F1C54DAD3}"/>
              </a:ext>
            </a:extLst>
          </p:cNvPr>
          <p:cNvSpPr>
            <a:spLocks noGrp="1"/>
          </p:cNvSpPr>
          <p:nvPr>
            <p:ph type="body" sz="quarter" idx="30" hasCustomPrompt="1"/>
          </p:nvPr>
        </p:nvSpPr>
        <p:spPr>
          <a:xfrm>
            <a:off x="1079996" y="4132586"/>
            <a:ext cx="47268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In this context, it is the current state of humanity's knowledge of how to combine resources to produce desired products, to solve problems, </a:t>
            </a:r>
            <a:r>
              <a:rPr lang="en-GB" err="1"/>
              <a:t>fulfill</a:t>
            </a:r>
            <a:r>
              <a:rPr lang="en-GB"/>
              <a:t> needs, or satisfy wants; it includes technical methods, skills, processes, techniques, tools and raw materials.</a:t>
            </a:r>
          </a:p>
        </p:txBody>
      </p:sp>
      <p:sp>
        <p:nvSpPr>
          <p:cNvPr id="30" name="Text Placeholder 7">
            <a:extLst>
              <a:ext uri="{FF2B5EF4-FFF2-40B4-BE49-F238E27FC236}">
                <a16:creationId xmlns:a16="http://schemas.microsoft.com/office/drawing/2014/main" id="{9EEEDB7B-6845-214B-9A0E-8494146A6E26}"/>
              </a:ext>
            </a:extLst>
          </p:cNvPr>
          <p:cNvSpPr>
            <a:spLocks noGrp="1"/>
          </p:cNvSpPr>
          <p:nvPr>
            <p:ph type="body" sz="quarter" idx="31" hasCustomPrompt="1"/>
          </p:nvPr>
        </p:nvSpPr>
        <p:spPr>
          <a:xfrm>
            <a:off x="1079998" y="3613607"/>
            <a:ext cx="47268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The word "technology" can also be used to refer to a collection of techniques</a:t>
            </a:r>
          </a:p>
        </p:txBody>
      </p:sp>
      <p:sp>
        <p:nvSpPr>
          <p:cNvPr id="25" name="Text Placeholder 7">
            <a:extLst>
              <a:ext uri="{FF2B5EF4-FFF2-40B4-BE49-F238E27FC236}">
                <a16:creationId xmlns:a16="http://schemas.microsoft.com/office/drawing/2014/main" id="{A2C398D9-63EB-CF4A-9948-12B38BFB1B92}"/>
              </a:ext>
            </a:extLst>
          </p:cNvPr>
          <p:cNvSpPr>
            <a:spLocks noGrp="1"/>
          </p:cNvSpPr>
          <p:nvPr>
            <p:ph type="body" sz="quarter" idx="32" hasCustomPrompt="1"/>
          </p:nvPr>
        </p:nvSpPr>
        <p:spPr>
          <a:xfrm>
            <a:off x="6382796" y="2245523"/>
            <a:ext cx="47268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In this context, it is the current state of humanity's knowledge of how to combine resources to produce desired products, to solve problems, </a:t>
            </a:r>
            <a:r>
              <a:rPr lang="en-GB" err="1"/>
              <a:t>fulfill</a:t>
            </a:r>
            <a:r>
              <a:rPr lang="en-GB"/>
              <a:t> needs, or satisfy wants; it includes technical methods, skills, processes, techniques, tools and raw materials.</a:t>
            </a:r>
          </a:p>
        </p:txBody>
      </p:sp>
      <p:sp>
        <p:nvSpPr>
          <p:cNvPr id="26" name="Text Placeholder 7">
            <a:extLst>
              <a:ext uri="{FF2B5EF4-FFF2-40B4-BE49-F238E27FC236}">
                <a16:creationId xmlns:a16="http://schemas.microsoft.com/office/drawing/2014/main" id="{32694D55-9A3A-884B-BD19-2288DE1FADE0}"/>
              </a:ext>
            </a:extLst>
          </p:cNvPr>
          <p:cNvSpPr>
            <a:spLocks noGrp="1"/>
          </p:cNvSpPr>
          <p:nvPr>
            <p:ph type="body" sz="quarter" idx="33" hasCustomPrompt="1"/>
          </p:nvPr>
        </p:nvSpPr>
        <p:spPr>
          <a:xfrm>
            <a:off x="6382798" y="1726544"/>
            <a:ext cx="47268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The word "technology" can also be used to refer to a collection of techniques</a:t>
            </a:r>
          </a:p>
        </p:txBody>
      </p:sp>
      <p:sp>
        <p:nvSpPr>
          <p:cNvPr id="28" name="Text Placeholder 7">
            <a:extLst>
              <a:ext uri="{FF2B5EF4-FFF2-40B4-BE49-F238E27FC236}">
                <a16:creationId xmlns:a16="http://schemas.microsoft.com/office/drawing/2014/main" id="{F9B3C98A-B3B3-124C-9DE4-3316578ECEFB}"/>
              </a:ext>
            </a:extLst>
          </p:cNvPr>
          <p:cNvSpPr>
            <a:spLocks noGrp="1"/>
          </p:cNvSpPr>
          <p:nvPr>
            <p:ph type="body" sz="quarter" idx="34" hasCustomPrompt="1"/>
          </p:nvPr>
        </p:nvSpPr>
        <p:spPr>
          <a:xfrm>
            <a:off x="6382794" y="4132586"/>
            <a:ext cx="4726800" cy="857533"/>
          </a:xfrm>
          <a:prstGeom prst="rect">
            <a:avLst/>
          </a:prstGeom>
        </p:spPr>
        <p:txBody>
          <a:bodyPr tIns="72000" anchor="t">
            <a:spAutoFit/>
          </a:bodyPr>
          <a:lstStyle>
            <a:lvl1pPr marL="0" indent="0">
              <a:lnSpc>
                <a:spcPct val="100000"/>
              </a:lnSpc>
              <a:spcBef>
                <a:spcPts val="1000"/>
              </a:spcBef>
              <a:buNone/>
              <a:defRPr sz="1200" b="0" i="0">
                <a:solidFill>
                  <a:schemeClr val="tx2"/>
                </a:solidFill>
                <a:latin typeface="Equip Light" panose="02000503000000020004" pitchFamily="2" charset="77"/>
              </a:defRPr>
            </a:lvl1pPr>
          </a:lstStyle>
          <a:p>
            <a:pPr lvl="0"/>
            <a:r>
              <a:rPr lang="en-GB"/>
              <a:t>In this context, it is the current state of humanity's knowledge of how to combine resources to produce desired products, to solve problems, </a:t>
            </a:r>
            <a:r>
              <a:rPr lang="en-GB" err="1"/>
              <a:t>fulfill</a:t>
            </a:r>
            <a:r>
              <a:rPr lang="en-GB"/>
              <a:t> needs, or satisfy wants; it includes technical methods, skills, processes, techniques, tools and raw materials.</a:t>
            </a:r>
          </a:p>
        </p:txBody>
      </p:sp>
      <p:sp>
        <p:nvSpPr>
          <p:cNvPr id="32" name="Text Placeholder 7">
            <a:extLst>
              <a:ext uri="{FF2B5EF4-FFF2-40B4-BE49-F238E27FC236}">
                <a16:creationId xmlns:a16="http://schemas.microsoft.com/office/drawing/2014/main" id="{748293B1-8961-5143-A89F-1AC3C960A340}"/>
              </a:ext>
            </a:extLst>
          </p:cNvPr>
          <p:cNvSpPr>
            <a:spLocks noGrp="1"/>
          </p:cNvSpPr>
          <p:nvPr>
            <p:ph type="body" sz="quarter" idx="35" hasCustomPrompt="1"/>
          </p:nvPr>
        </p:nvSpPr>
        <p:spPr>
          <a:xfrm>
            <a:off x="6382796" y="3613607"/>
            <a:ext cx="4726800" cy="518979"/>
          </a:xfrm>
          <a:prstGeom prst="rect">
            <a:avLst/>
          </a:prstGeom>
        </p:spPr>
        <p:txBody>
          <a:bodyPr tIns="72000" anchor="t">
            <a:spAutoFit/>
          </a:bodyPr>
          <a:lstStyle>
            <a:lvl1pPr marL="0" indent="0">
              <a:lnSpc>
                <a:spcPct val="100000"/>
              </a:lnSpc>
              <a:buNone/>
              <a:defRPr sz="1300" b="1" i="0">
                <a:solidFill>
                  <a:schemeClr val="tx2"/>
                </a:solidFill>
                <a:latin typeface="Equip Extended" panose="02000503030000020004" pitchFamily="2" charset="77"/>
              </a:defRPr>
            </a:lvl1pPr>
          </a:lstStyle>
          <a:p>
            <a:pPr lvl="0"/>
            <a:r>
              <a:rPr lang="en-GB"/>
              <a:t>The word "technology" can also be used to refer to a collection of techniques</a:t>
            </a:r>
          </a:p>
        </p:txBody>
      </p:sp>
      <p:sp>
        <p:nvSpPr>
          <p:cNvPr id="19" name="Text Placeholder 7">
            <a:extLst>
              <a:ext uri="{FF2B5EF4-FFF2-40B4-BE49-F238E27FC236}">
                <a16:creationId xmlns:a16="http://schemas.microsoft.com/office/drawing/2014/main" id="{AFAA0023-01B5-6341-8AA6-0576079490A4}"/>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0" name="Title 1">
            <a:extLst>
              <a:ext uri="{FF2B5EF4-FFF2-40B4-BE49-F238E27FC236}">
                <a16:creationId xmlns:a16="http://schemas.microsoft.com/office/drawing/2014/main" id="{4ACC2BB1-332C-3E41-A029-B76CD243CBA4}"/>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1" name="Text Placeholder 7">
            <a:extLst>
              <a:ext uri="{FF2B5EF4-FFF2-40B4-BE49-F238E27FC236}">
                <a16:creationId xmlns:a16="http://schemas.microsoft.com/office/drawing/2014/main" id="{7B82F30B-06B0-CD4E-B176-E73384D8D12E}"/>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22" name="Picture Placeholder 3">
            <a:extLst>
              <a:ext uri="{FF2B5EF4-FFF2-40B4-BE49-F238E27FC236}">
                <a16:creationId xmlns:a16="http://schemas.microsoft.com/office/drawing/2014/main" id="{B7CFF10E-5B50-7E4C-83A3-C6B196A469E5}"/>
              </a:ext>
            </a:extLst>
          </p:cNvPr>
          <p:cNvSpPr>
            <a:spLocks noGrp="1"/>
          </p:cNvSpPr>
          <p:nvPr>
            <p:ph type="pic" sz="quarter" idx="36"/>
          </p:nvPr>
        </p:nvSpPr>
        <p:spPr>
          <a:xfrm>
            <a:off x="1079500" y="1598400"/>
            <a:ext cx="4726800" cy="36000"/>
          </a:xfrm>
          <a:solidFill>
            <a:schemeClr val="tx1"/>
          </a:solidFill>
        </p:spPr>
        <p:txBody>
          <a:bodyPr/>
          <a:lstStyle>
            <a:lvl1pPr marL="0" indent="0">
              <a:buNone/>
              <a:defRPr>
                <a:noFill/>
              </a:defRPr>
            </a:lvl1pPr>
          </a:lstStyle>
          <a:p>
            <a:r>
              <a:rPr lang="en-US"/>
              <a:t>Click icon to add picture</a:t>
            </a:r>
            <a:endParaRPr lang="en-PT"/>
          </a:p>
        </p:txBody>
      </p:sp>
      <p:sp>
        <p:nvSpPr>
          <p:cNvPr id="23" name="Picture Placeholder 3">
            <a:extLst>
              <a:ext uri="{FF2B5EF4-FFF2-40B4-BE49-F238E27FC236}">
                <a16:creationId xmlns:a16="http://schemas.microsoft.com/office/drawing/2014/main" id="{61F3BF72-97B1-194B-ADBF-55DDE817537D}"/>
              </a:ext>
            </a:extLst>
          </p:cNvPr>
          <p:cNvSpPr>
            <a:spLocks noGrp="1"/>
          </p:cNvSpPr>
          <p:nvPr>
            <p:ph type="pic" sz="quarter" idx="37"/>
          </p:nvPr>
        </p:nvSpPr>
        <p:spPr>
          <a:xfrm>
            <a:off x="6382794" y="1598400"/>
            <a:ext cx="4726800" cy="36000"/>
          </a:xfrm>
          <a:solidFill>
            <a:schemeClr val="tx1"/>
          </a:solidFill>
        </p:spPr>
        <p:txBody>
          <a:bodyPr/>
          <a:lstStyle>
            <a:lvl1pPr marL="0" indent="0">
              <a:buNone/>
              <a:defRPr>
                <a:noFill/>
              </a:defRPr>
            </a:lvl1pPr>
          </a:lstStyle>
          <a:p>
            <a:r>
              <a:rPr lang="en-US"/>
              <a:t>Click icon to add picture</a:t>
            </a:r>
            <a:endParaRPr lang="en-PT"/>
          </a:p>
        </p:txBody>
      </p:sp>
      <p:sp>
        <p:nvSpPr>
          <p:cNvPr id="24" name="Picture Placeholder 3">
            <a:extLst>
              <a:ext uri="{FF2B5EF4-FFF2-40B4-BE49-F238E27FC236}">
                <a16:creationId xmlns:a16="http://schemas.microsoft.com/office/drawing/2014/main" id="{7C32E413-8352-DE4A-BEBA-C3919EB498AC}"/>
              </a:ext>
            </a:extLst>
          </p:cNvPr>
          <p:cNvSpPr>
            <a:spLocks noGrp="1"/>
          </p:cNvSpPr>
          <p:nvPr>
            <p:ph type="pic" sz="quarter" idx="38"/>
          </p:nvPr>
        </p:nvSpPr>
        <p:spPr>
          <a:xfrm>
            <a:off x="1079500" y="3484800"/>
            <a:ext cx="4726800" cy="36000"/>
          </a:xfrm>
          <a:solidFill>
            <a:schemeClr val="tx1"/>
          </a:solidFill>
        </p:spPr>
        <p:txBody>
          <a:bodyPr/>
          <a:lstStyle>
            <a:lvl1pPr marL="0" indent="0">
              <a:buNone/>
              <a:defRPr>
                <a:noFill/>
              </a:defRPr>
            </a:lvl1pPr>
          </a:lstStyle>
          <a:p>
            <a:r>
              <a:rPr lang="en-US"/>
              <a:t>Click icon to add picture</a:t>
            </a:r>
            <a:endParaRPr lang="en-PT"/>
          </a:p>
        </p:txBody>
      </p:sp>
      <p:sp>
        <p:nvSpPr>
          <p:cNvPr id="31" name="Picture Placeholder 3">
            <a:extLst>
              <a:ext uri="{FF2B5EF4-FFF2-40B4-BE49-F238E27FC236}">
                <a16:creationId xmlns:a16="http://schemas.microsoft.com/office/drawing/2014/main" id="{7275B7B6-C981-9344-93D5-AA842ADF2D5D}"/>
              </a:ext>
            </a:extLst>
          </p:cNvPr>
          <p:cNvSpPr>
            <a:spLocks noGrp="1"/>
          </p:cNvSpPr>
          <p:nvPr>
            <p:ph type="pic" sz="quarter" idx="39"/>
          </p:nvPr>
        </p:nvSpPr>
        <p:spPr>
          <a:xfrm>
            <a:off x="6382794" y="3484800"/>
            <a:ext cx="4726800" cy="36000"/>
          </a:xfrm>
          <a:solidFill>
            <a:schemeClr val="tx1"/>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1655468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_1_Info Table 3 Columns">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3494186" y="1755524"/>
            <a:ext cx="2570400" cy="834995"/>
          </a:xfrm>
          <a:prstGeom prst="rect">
            <a:avLst/>
          </a:prstGeom>
          <a:solidFill>
            <a:srgbClr val="D1F5EA"/>
          </a:solidFill>
        </p:spPr>
        <p:txBody>
          <a:bodyPr lIns="180000" tIns="180000" rIns="180000" bIns="144000" anchor="t">
            <a:spAutoFit/>
          </a:bodyPr>
          <a:lstStyle>
            <a:lvl1pPr marL="0" indent="0">
              <a:lnSpc>
                <a:spcPct val="100000"/>
              </a:lnSpc>
              <a:buNone/>
              <a:defRPr sz="1100" b="1" i="0">
                <a:solidFill>
                  <a:schemeClr val="tx2"/>
                </a:solidFill>
                <a:latin typeface="Equip Extended" panose="02000503030000020004" pitchFamily="2" charset="77"/>
              </a:defRPr>
            </a:lvl1pPr>
          </a:lstStyle>
          <a:p>
            <a:pPr lvl="0"/>
            <a:r>
              <a:rPr lang="en-GB"/>
              <a:t>The word "technology" can also be used to refer to a collection of techniques</a:t>
            </a:r>
          </a:p>
        </p:txBody>
      </p:sp>
      <p:sp>
        <p:nvSpPr>
          <p:cNvPr id="20" name="Text Placeholder 22">
            <a:extLst>
              <a:ext uri="{FF2B5EF4-FFF2-40B4-BE49-F238E27FC236}">
                <a16:creationId xmlns:a16="http://schemas.microsoft.com/office/drawing/2014/main" id="{BBB37DEF-BE80-004C-A791-E44D6ED0CDAF}"/>
              </a:ext>
            </a:extLst>
          </p:cNvPr>
          <p:cNvSpPr>
            <a:spLocks noGrp="1"/>
          </p:cNvSpPr>
          <p:nvPr>
            <p:ph type="body" sz="quarter" idx="32" hasCustomPrompt="1"/>
          </p:nvPr>
        </p:nvSpPr>
        <p:spPr>
          <a:xfrm>
            <a:off x="622800" y="2023200"/>
            <a:ext cx="2570400" cy="461665"/>
          </a:xfrm>
        </p:spPr>
        <p:txBody>
          <a:bodyPr wrap="square" anchor="t">
            <a:spAutoFit/>
          </a:bodyPr>
          <a:lstStyle>
            <a:lvl1pPr marL="0" indent="0">
              <a:lnSpc>
                <a:spcPct val="100000"/>
              </a:lnSpc>
              <a:buNone/>
              <a:defRPr sz="2400" b="1" i="0">
                <a:solidFill>
                  <a:schemeClr val="tx2"/>
                </a:solidFill>
                <a:latin typeface="Equip Extended" panose="02000503030000020004" pitchFamily="2" charset="77"/>
              </a:defRPr>
            </a:lvl1pPr>
          </a:lstStyle>
          <a:p>
            <a:r>
              <a:rPr lang="en-GB"/>
              <a:t>Edit headline</a:t>
            </a:r>
            <a:endParaRPr lang="en-PT"/>
          </a:p>
        </p:txBody>
      </p:sp>
      <p:sp>
        <p:nvSpPr>
          <p:cNvPr id="19" name="Text Placeholder 7">
            <a:extLst>
              <a:ext uri="{FF2B5EF4-FFF2-40B4-BE49-F238E27FC236}">
                <a16:creationId xmlns:a16="http://schemas.microsoft.com/office/drawing/2014/main" id="{01FD2405-E850-EC47-ABD7-20D650145DCB}"/>
              </a:ext>
            </a:extLst>
          </p:cNvPr>
          <p:cNvSpPr>
            <a:spLocks noGrp="1"/>
          </p:cNvSpPr>
          <p:nvPr>
            <p:ph type="body" sz="quarter" idx="31" hasCustomPrompt="1"/>
          </p:nvPr>
        </p:nvSpPr>
        <p:spPr>
          <a:xfrm>
            <a:off x="622215" y="1760771"/>
            <a:ext cx="2570400" cy="334313"/>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400" b="0" i="0">
                <a:solidFill>
                  <a:schemeClr val="tx2"/>
                </a:solidFill>
                <a:latin typeface="Equip Extended Light" panose="02000503000000020004" pitchFamily="2" charset="77"/>
              </a:defRPr>
            </a:lvl1pPr>
          </a:lstStyle>
          <a:p>
            <a:pPr lvl="0"/>
            <a:r>
              <a:rPr lang="en-GB"/>
              <a:t>Edit subtitle</a:t>
            </a:r>
          </a:p>
        </p:txBody>
      </p:sp>
      <p:sp>
        <p:nvSpPr>
          <p:cNvPr id="22" name="Text Placeholder 7">
            <a:extLst>
              <a:ext uri="{FF2B5EF4-FFF2-40B4-BE49-F238E27FC236}">
                <a16:creationId xmlns:a16="http://schemas.microsoft.com/office/drawing/2014/main" id="{F0CF970B-D76A-D440-BA36-F06442274375}"/>
              </a:ext>
            </a:extLst>
          </p:cNvPr>
          <p:cNvSpPr>
            <a:spLocks noGrp="1"/>
          </p:cNvSpPr>
          <p:nvPr>
            <p:ph type="body" sz="quarter" idx="33" hasCustomPrompt="1"/>
          </p:nvPr>
        </p:nvSpPr>
        <p:spPr>
          <a:xfrm>
            <a:off x="3494186" y="2590519"/>
            <a:ext cx="2570400" cy="2998800"/>
          </a:xfrm>
          <a:prstGeom prst="rect">
            <a:avLst/>
          </a:prstGeom>
          <a:solidFill>
            <a:srgbClr val="D1F5EA"/>
          </a:solidFill>
        </p:spPr>
        <p:txBody>
          <a:bodyPr lIns="180000" tIns="180000" rIns="180000" bIns="144000" anchor="t">
            <a:noAutofit/>
          </a:bodyPr>
          <a:lstStyle>
            <a:lvl1pPr marL="171450" indent="-171450">
              <a:lnSpc>
                <a:spcPct val="100000"/>
              </a:lnSpc>
              <a:buFont typeface="Arial" panose="020B0604020202020204" pitchFamily="34" charset="0"/>
              <a:buChar char="•"/>
              <a:defRPr sz="1100" b="0" i="0">
                <a:solidFill>
                  <a:schemeClr val="tx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23" name="Text Placeholder 7">
            <a:extLst>
              <a:ext uri="{FF2B5EF4-FFF2-40B4-BE49-F238E27FC236}">
                <a16:creationId xmlns:a16="http://schemas.microsoft.com/office/drawing/2014/main" id="{0CEA904A-B014-3746-B053-76099188B5F8}"/>
              </a:ext>
            </a:extLst>
          </p:cNvPr>
          <p:cNvSpPr>
            <a:spLocks noGrp="1"/>
          </p:cNvSpPr>
          <p:nvPr>
            <p:ph type="body" sz="quarter" idx="34" hasCustomPrompt="1"/>
          </p:nvPr>
        </p:nvSpPr>
        <p:spPr>
          <a:xfrm>
            <a:off x="6208586" y="1755524"/>
            <a:ext cx="2570400" cy="834995"/>
          </a:xfrm>
          <a:prstGeom prst="rect">
            <a:avLst/>
          </a:prstGeom>
          <a:solidFill>
            <a:srgbClr val="EFF1F4"/>
          </a:solidFill>
        </p:spPr>
        <p:txBody>
          <a:bodyPr lIns="180000" tIns="180000" rIns="180000" bIns="144000" anchor="t">
            <a:spAutoFit/>
          </a:bodyPr>
          <a:lstStyle>
            <a:lvl1pPr marL="0" indent="0">
              <a:lnSpc>
                <a:spcPct val="100000"/>
              </a:lnSpc>
              <a:buNone/>
              <a:defRPr sz="1100" b="1" i="0">
                <a:solidFill>
                  <a:schemeClr val="bg2"/>
                </a:solidFill>
                <a:latin typeface="Equip Extended" panose="02000503030000020004" pitchFamily="2" charset="77"/>
              </a:defRPr>
            </a:lvl1pPr>
          </a:lstStyle>
          <a:p>
            <a:pPr lvl="0"/>
            <a:r>
              <a:rPr lang="en-GB"/>
              <a:t>The word "technology" can also be used to refer to a collection of techniques</a:t>
            </a:r>
          </a:p>
        </p:txBody>
      </p:sp>
      <p:sp>
        <p:nvSpPr>
          <p:cNvPr id="31" name="Text Placeholder 7">
            <a:extLst>
              <a:ext uri="{FF2B5EF4-FFF2-40B4-BE49-F238E27FC236}">
                <a16:creationId xmlns:a16="http://schemas.microsoft.com/office/drawing/2014/main" id="{679F772A-C55B-574E-9E34-F6F01DB230C3}"/>
              </a:ext>
            </a:extLst>
          </p:cNvPr>
          <p:cNvSpPr>
            <a:spLocks noGrp="1"/>
          </p:cNvSpPr>
          <p:nvPr>
            <p:ph type="body" sz="quarter" idx="35" hasCustomPrompt="1"/>
          </p:nvPr>
        </p:nvSpPr>
        <p:spPr>
          <a:xfrm>
            <a:off x="6208586" y="2590519"/>
            <a:ext cx="2570400" cy="2998800"/>
          </a:xfrm>
          <a:prstGeom prst="rect">
            <a:avLst/>
          </a:prstGeom>
          <a:solidFill>
            <a:srgbClr val="EFF1F4"/>
          </a:solidFill>
        </p:spPr>
        <p:txBody>
          <a:bodyPr lIns="180000" tIns="180000" rIns="180000" bIns="144000" anchor="t">
            <a:noAutofit/>
          </a:bodyPr>
          <a:lstStyle>
            <a:lvl1pPr marL="171450" indent="-171450">
              <a:lnSpc>
                <a:spcPct val="100000"/>
              </a:lnSpc>
              <a:buClr>
                <a:srgbClr val="8693A7"/>
              </a:buClr>
              <a:buFont typeface="Arial" panose="020B0604020202020204" pitchFamily="34" charset="0"/>
              <a:buChar char="•"/>
              <a:defRPr sz="1100" b="0" i="0">
                <a:solidFill>
                  <a:schemeClr val="bg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33" name="Text Placeholder 7">
            <a:extLst>
              <a:ext uri="{FF2B5EF4-FFF2-40B4-BE49-F238E27FC236}">
                <a16:creationId xmlns:a16="http://schemas.microsoft.com/office/drawing/2014/main" id="{C1047E55-6114-6A4D-811D-E749F327667F}"/>
              </a:ext>
            </a:extLst>
          </p:cNvPr>
          <p:cNvSpPr>
            <a:spLocks noGrp="1"/>
          </p:cNvSpPr>
          <p:nvPr>
            <p:ph type="body" sz="quarter" idx="36" hasCustomPrompt="1"/>
          </p:nvPr>
        </p:nvSpPr>
        <p:spPr>
          <a:xfrm>
            <a:off x="8922986" y="1755524"/>
            <a:ext cx="2570400" cy="834995"/>
          </a:xfrm>
          <a:prstGeom prst="rect">
            <a:avLst/>
          </a:prstGeom>
          <a:solidFill>
            <a:srgbClr val="EFF1F4"/>
          </a:solidFill>
        </p:spPr>
        <p:txBody>
          <a:bodyPr lIns="180000" tIns="180000" rIns="180000" bIns="144000" anchor="t">
            <a:spAutoFit/>
          </a:bodyPr>
          <a:lstStyle>
            <a:lvl1pPr marL="0" indent="0">
              <a:lnSpc>
                <a:spcPct val="100000"/>
              </a:lnSpc>
              <a:buNone/>
              <a:defRPr sz="1100" b="1" i="0">
                <a:solidFill>
                  <a:schemeClr val="bg2"/>
                </a:solidFill>
                <a:latin typeface="Equip Extended" panose="02000503030000020004" pitchFamily="2" charset="77"/>
              </a:defRPr>
            </a:lvl1pPr>
          </a:lstStyle>
          <a:p>
            <a:pPr lvl="0"/>
            <a:r>
              <a:rPr lang="en-GB"/>
              <a:t>The word "technology" can also be used to refer to a collection of techniques</a:t>
            </a:r>
          </a:p>
        </p:txBody>
      </p:sp>
      <p:sp>
        <p:nvSpPr>
          <p:cNvPr id="35" name="Text Placeholder 7">
            <a:extLst>
              <a:ext uri="{FF2B5EF4-FFF2-40B4-BE49-F238E27FC236}">
                <a16:creationId xmlns:a16="http://schemas.microsoft.com/office/drawing/2014/main" id="{70CC261A-E3CD-8547-B4FB-51AE5DD6D404}"/>
              </a:ext>
            </a:extLst>
          </p:cNvPr>
          <p:cNvSpPr>
            <a:spLocks noGrp="1"/>
          </p:cNvSpPr>
          <p:nvPr>
            <p:ph type="body" sz="quarter" idx="37" hasCustomPrompt="1"/>
          </p:nvPr>
        </p:nvSpPr>
        <p:spPr>
          <a:xfrm>
            <a:off x="8922986" y="2590519"/>
            <a:ext cx="2570400" cy="2998800"/>
          </a:xfrm>
          <a:prstGeom prst="rect">
            <a:avLst/>
          </a:prstGeom>
          <a:solidFill>
            <a:srgbClr val="EFF1F4"/>
          </a:solidFill>
        </p:spPr>
        <p:txBody>
          <a:bodyPr lIns="180000" tIns="180000" rIns="180000" bIns="144000" anchor="t">
            <a:noAutofit/>
          </a:bodyPr>
          <a:lstStyle>
            <a:lvl1pPr marL="171450" indent="-171450">
              <a:lnSpc>
                <a:spcPct val="100000"/>
              </a:lnSpc>
              <a:buClr>
                <a:srgbClr val="8693A7"/>
              </a:buClr>
              <a:buFont typeface="Arial" panose="020B0604020202020204" pitchFamily="34" charset="0"/>
              <a:buChar char="•"/>
              <a:defRPr sz="1100" b="0" i="0">
                <a:solidFill>
                  <a:schemeClr val="bg2"/>
                </a:solidFill>
                <a:latin typeface="Equip Light" panose="02000503000000020004" pitchFamily="2" charset="77"/>
              </a:defRPr>
            </a:lvl1pPr>
          </a:lstStyle>
          <a:p>
            <a:pPr lvl="0"/>
            <a:r>
              <a:rPr lang="en-GB"/>
              <a:t>Option 1</a:t>
            </a:r>
          </a:p>
          <a:p>
            <a:pPr lvl="0"/>
            <a:r>
              <a:rPr lang="en-GB"/>
              <a:t>Option 2</a:t>
            </a:r>
          </a:p>
          <a:p>
            <a:pPr lvl="0"/>
            <a:r>
              <a:rPr lang="en-GB"/>
              <a:t>Option 3</a:t>
            </a:r>
          </a:p>
          <a:p>
            <a:pPr lvl="0"/>
            <a:r>
              <a:rPr lang="en-GB"/>
              <a:t>Option 4</a:t>
            </a:r>
          </a:p>
        </p:txBody>
      </p:sp>
      <p:sp>
        <p:nvSpPr>
          <p:cNvPr id="17" name="Text Placeholder 7">
            <a:extLst>
              <a:ext uri="{FF2B5EF4-FFF2-40B4-BE49-F238E27FC236}">
                <a16:creationId xmlns:a16="http://schemas.microsoft.com/office/drawing/2014/main" id="{E06D7953-ED67-374B-8B1C-AD763AE91353}"/>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18" name="Title 1">
            <a:extLst>
              <a:ext uri="{FF2B5EF4-FFF2-40B4-BE49-F238E27FC236}">
                <a16:creationId xmlns:a16="http://schemas.microsoft.com/office/drawing/2014/main" id="{A11B7837-FE26-4548-865D-628042780859}"/>
              </a:ext>
            </a:extLst>
          </p:cNvPr>
          <p:cNvSpPr>
            <a:spLocks noGrp="1"/>
          </p:cNvSpPr>
          <p:nvPr>
            <p:ph type="title" hasCustomPrompt="1"/>
          </p:nvPr>
        </p:nvSpPr>
        <p:spPr>
          <a:xfrm>
            <a:off x="626398" y="481125"/>
            <a:ext cx="7200000" cy="488201"/>
          </a:xfrm>
          <a:prstGeom prst="rect">
            <a:avLst/>
          </a:prstGeom>
        </p:spPr>
        <p:txBody>
          <a:bodyPr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1" name="Text Placeholder 7">
            <a:extLst>
              <a:ext uri="{FF2B5EF4-FFF2-40B4-BE49-F238E27FC236}">
                <a16:creationId xmlns:a16="http://schemas.microsoft.com/office/drawing/2014/main" id="{C8B928B9-686C-7849-B277-36F4A8B6D997}"/>
              </a:ext>
            </a:extLst>
          </p:cNvPr>
          <p:cNvSpPr>
            <a:spLocks noGrp="1"/>
          </p:cNvSpPr>
          <p:nvPr>
            <p:ph type="body" sz="quarter" idx="29" hasCustomPrompt="1"/>
          </p:nvPr>
        </p:nvSpPr>
        <p:spPr>
          <a:xfrm>
            <a:off x="626401" y="930188"/>
            <a:ext cx="7200000"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4" name="Picture Placeholder 3">
            <a:extLst>
              <a:ext uri="{FF2B5EF4-FFF2-40B4-BE49-F238E27FC236}">
                <a16:creationId xmlns:a16="http://schemas.microsoft.com/office/drawing/2014/main" id="{6E557678-5DDA-004C-90E3-6DAE794DB6AD}"/>
              </a:ext>
            </a:extLst>
          </p:cNvPr>
          <p:cNvSpPr>
            <a:spLocks noGrp="1"/>
          </p:cNvSpPr>
          <p:nvPr>
            <p:ph type="pic" sz="quarter" idx="38"/>
          </p:nvPr>
        </p:nvSpPr>
        <p:spPr>
          <a:xfrm>
            <a:off x="3494186" y="1720800"/>
            <a:ext cx="2570400" cy="36000"/>
          </a:xfrm>
          <a:solidFill>
            <a:schemeClr val="tx1"/>
          </a:solidFill>
        </p:spPr>
        <p:txBody>
          <a:bodyPr/>
          <a:lstStyle>
            <a:lvl1pPr marL="0" indent="0">
              <a:buNone/>
              <a:defRPr>
                <a:noFill/>
              </a:defRPr>
            </a:lvl1pPr>
          </a:lstStyle>
          <a:p>
            <a:r>
              <a:rPr lang="en-US"/>
              <a:t>Click icon to add picture</a:t>
            </a:r>
            <a:endParaRPr lang="en-PT"/>
          </a:p>
        </p:txBody>
      </p:sp>
      <p:sp>
        <p:nvSpPr>
          <p:cNvPr id="28" name="Picture Placeholder 3">
            <a:extLst>
              <a:ext uri="{FF2B5EF4-FFF2-40B4-BE49-F238E27FC236}">
                <a16:creationId xmlns:a16="http://schemas.microsoft.com/office/drawing/2014/main" id="{F1C6D9D5-EFBD-CB42-906F-B6FD0714F850}"/>
              </a:ext>
            </a:extLst>
          </p:cNvPr>
          <p:cNvSpPr>
            <a:spLocks noGrp="1"/>
          </p:cNvSpPr>
          <p:nvPr>
            <p:ph type="pic" sz="quarter" idx="39"/>
          </p:nvPr>
        </p:nvSpPr>
        <p:spPr>
          <a:xfrm>
            <a:off x="6208586" y="1720800"/>
            <a:ext cx="2570400" cy="36000"/>
          </a:xfrm>
          <a:solidFill>
            <a:schemeClr val="bg2"/>
          </a:solidFill>
        </p:spPr>
        <p:txBody>
          <a:bodyPr/>
          <a:lstStyle>
            <a:lvl1pPr marL="0" indent="0">
              <a:buNone/>
              <a:defRPr>
                <a:noFill/>
              </a:defRPr>
            </a:lvl1pPr>
          </a:lstStyle>
          <a:p>
            <a:r>
              <a:rPr lang="en-US"/>
              <a:t>Click icon to add picture</a:t>
            </a:r>
            <a:endParaRPr lang="en-PT"/>
          </a:p>
        </p:txBody>
      </p:sp>
      <p:sp>
        <p:nvSpPr>
          <p:cNvPr id="29" name="Picture Placeholder 3">
            <a:extLst>
              <a:ext uri="{FF2B5EF4-FFF2-40B4-BE49-F238E27FC236}">
                <a16:creationId xmlns:a16="http://schemas.microsoft.com/office/drawing/2014/main" id="{5BDEBBA4-ACDE-EB4B-9290-5F26AF8BDAE0}"/>
              </a:ext>
            </a:extLst>
          </p:cNvPr>
          <p:cNvSpPr>
            <a:spLocks noGrp="1"/>
          </p:cNvSpPr>
          <p:nvPr>
            <p:ph type="pic" sz="quarter" idx="40"/>
          </p:nvPr>
        </p:nvSpPr>
        <p:spPr>
          <a:xfrm>
            <a:off x="8922986" y="1720800"/>
            <a:ext cx="2570400" cy="36000"/>
          </a:xfrm>
          <a:solidFill>
            <a:schemeClr val="bg2"/>
          </a:solidFill>
        </p:spPr>
        <p:txBody>
          <a:bodyPr/>
          <a:lstStyle>
            <a:lvl1pPr marL="0" indent="0">
              <a:buNone/>
              <a:defRPr>
                <a:noFill/>
              </a:defRPr>
            </a:lvl1pPr>
          </a:lstStyle>
          <a:p>
            <a:r>
              <a:rPr lang="en-US"/>
              <a:t>Click icon to add picture</a:t>
            </a:r>
            <a:endParaRPr lang="en-PT"/>
          </a:p>
        </p:txBody>
      </p:sp>
    </p:spTree>
    <p:extLst>
      <p:ext uri="{BB962C8B-B14F-4D97-AF65-F5344CB8AC3E}">
        <p14:creationId xmlns:p14="http://schemas.microsoft.com/office/powerpoint/2010/main" val="2016964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1_1_Compare">
    <p:bg>
      <p:bgPr>
        <a:solidFill>
          <a:schemeClr val="bg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20" name="Text Placeholder 7">
            <a:extLst>
              <a:ext uri="{FF2B5EF4-FFF2-40B4-BE49-F238E27FC236}">
                <a16:creationId xmlns:a16="http://schemas.microsoft.com/office/drawing/2014/main" id="{0714DED2-2161-5F44-92C1-5B14851F68E8}"/>
              </a:ext>
            </a:extLst>
          </p:cNvPr>
          <p:cNvSpPr>
            <a:spLocks noGrp="1"/>
          </p:cNvSpPr>
          <p:nvPr>
            <p:ph type="body" sz="quarter" idx="31" hasCustomPrompt="1"/>
          </p:nvPr>
        </p:nvSpPr>
        <p:spPr>
          <a:xfrm>
            <a:off x="622215" y="2153053"/>
            <a:ext cx="4338000" cy="395869"/>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800" b="0" i="0">
                <a:solidFill>
                  <a:schemeClr val="tx2"/>
                </a:solidFill>
                <a:latin typeface="Equip Extended" panose="02000503030000020004" pitchFamily="2" charset="77"/>
              </a:defRPr>
            </a:lvl1pPr>
          </a:lstStyle>
          <a:p>
            <a:pPr lvl="0"/>
            <a:r>
              <a:rPr lang="en-GB"/>
              <a:t>Edit description</a:t>
            </a:r>
          </a:p>
        </p:txBody>
      </p:sp>
      <p:pic>
        <p:nvPicPr>
          <p:cNvPr id="21" name="r1Asset 2.png" descr="r1Asset 2.png">
            <a:extLst>
              <a:ext uri="{FF2B5EF4-FFF2-40B4-BE49-F238E27FC236}">
                <a16:creationId xmlns:a16="http://schemas.microsoft.com/office/drawing/2014/main" id="{99C7C0EE-E1E7-724D-97B0-ED5987EC7475}"/>
              </a:ext>
            </a:extLst>
          </p:cNvPr>
          <p:cNvPicPr>
            <a:picLocks noChangeAspect="1"/>
          </p:cNvPicPr>
          <p:nvPr userDrawn="1"/>
        </p:nvPicPr>
        <p:blipFill>
          <a:blip r:embed="rId4"/>
          <a:stretch>
            <a:fillRect/>
          </a:stretch>
        </p:blipFill>
        <p:spPr>
          <a:xfrm rot="16692">
            <a:off x="8079122" y="1651243"/>
            <a:ext cx="1036144" cy="85114"/>
          </a:xfrm>
          <a:prstGeom prst="rect">
            <a:avLst/>
          </a:prstGeom>
          <a:ln w="12700">
            <a:miter lim="400000"/>
          </a:ln>
        </p:spPr>
      </p:pic>
      <p:sp>
        <p:nvSpPr>
          <p:cNvPr id="22" name="Text Placeholder 7">
            <a:extLst>
              <a:ext uri="{FF2B5EF4-FFF2-40B4-BE49-F238E27FC236}">
                <a16:creationId xmlns:a16="http://schemas.microsoft.com/office/drawing/2014/main" id="{D4C39B6E-C352-0F4E-82D0-149345319966}"/>
              </a:ext>
            </a:extLst>
          </p:cNvPr>
          <p:cNvSpPr>
            <a:spLocks noGrp="1"/>
          </p:cNvSpPr>
          <p:nvPr>
            <p:ph type="body" sz="quarter" idx="32" hasCustomPrompt="1"/>
          </p:nvPr>
        </p:nvSpPr>
        <p:spPr>
          <a:xfrm>
            <a:off x="6993386" y="983284"/>
            <a:ext cx="3240000" cy="334313"/>
          </a:xfrm>
          <a:prstGeom prst="rect">
            <a:avLst/>
          </a:prstGeom>
        </p:spPr>
        <p:txBody>
          <a:bodyPr wrap="square" tIns="72000" numCol="1" spcCol="720000" anchor="t">
            <a:spAutoFit/>
          </a:bodyPr>
          <a:lstStyle>
            <a:lvl1pPr marL="0" indent="0" algn="ctr">
              <a:lnSpc>
                <a:spcPct val="100000"/>
              </a:lnSpc>
              <a:buFont typeface="Arial" panose="020B0604020202020204" pitchFamily="34" charset="0"/>
              <a:buNone/>
              <a:defRPr sz="1400" b="0" i="0">
                <a:solidFill>
                  <a:schemeClr val="tx2"/>
                </a:solidFill>
                <a:latin typeface="Equip Light" panose="02000503000000020004" pitchFamily="2" charset="77"/>
              </a:defRPr>
            </a:lvl1pPr>
          </a:lstStyle>
          <a:p>
            <a:pPr lvl="0"/>
            <a:r>
              <a:rPr lang="en-GB"/>
              <a:t>Edit description</a:t>
            </a:r>
          </a:p>
        </p:txBody>
      </p:sp>
      <p:sp>
        <p:nvSpPr>
          <p:cNvPr id="31" name="Text Placeholder 7">
            <a:extLst>
              <a:ext uri="{FF2B5EF4-FFF2-40B4-BE49-F238E27FC236}">
                <a16:creationId xmlns:a16="http://schemas.microsoft.com/office/drawing/2014/main" id="{6E42A130-2E6F-CE48-9410-7FB484837826}"/>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39" name="Text Placeholder 7">
            <a:extLst>
              <a:ext uri="{FF2B5EF4-FFF2-40B4-BE49-F238E27FC236}">
                <a16:creationId xmlns:a16="http://schemas.microsoft.com/office/drawing/2014/main" id="{2C3E78E0-393F-274D-86D6-1FA2571F0610}"/>
              </a:ext>
            </a:extLst>
          </p:cNvPr>
          <p:cNvSpPr>
            <a:spLocks noGrp="1"/>
          </p:cNvSpPr>
          <p:nvPr>
            <p:ph type="body" sz="quarter" idx="33" hasCustomPrompt="1"/>
          </p:nvPr>
        </p:nvSpPr>
        <p:spPr>
          <a:xfrm>
            <a:off x="5679386" y="2153052"/>
            <a:ext cx="2934000" cy="792000"/>
          </a:xfrm>
          <a:prstGeom prst="rect">
            <a:avLst/>
          </a:prstGeom>
          <a:solidFill>
            <a:schemeClr val="accent4"/>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bg1"/>
                </a:solidFill>
                <a:latin typeface="Equip Extended" panose="02000503030000020004" pitchFamily="2" charset="77"/>
              </a:defRPr>
            </a:lvl1pPr>
          </a:lstStyle>
          <a:p>
            <a:pPr lvl="0"/>
            <a:r>
              <a:rPr lang="en-GB"/>
              <a:t>Edit description</a:t>
            </a:r>
          </a:p>
        </p:txBody>
      </p:sp>
      <p:sp>
        <p:nvSpPr>
          <p:cNvPr id="40" name="Text Placeholder 7">
            <a:extLst>
              <a:ext uri="{FF2B5EF4-FFF2-40B4-BE49-F238E27FC236}">
                <a16:creationId xmlns:a16="http://schemas.microsoft.com/office/drawing/2014/main" id="{75B144BD-DF32-7446-A774-515B3F46C51A}"/>
              </a:ext>
            </a:extLst>
          </p:cNvPr>
          <p:cNvSpPr>
            <a:spLocks noGrp="1"/>
          </p:cNvSpPr>
          <p:nvPr>
            <p:ph type="body" sz="quarter" idx="34" hasCustomPrompt="1"/>
          </p:nvPr>
        </p:nvSpPr>
        <p:spPr>
          <a:xfrm>
            <a:off x="8613386" y="2153052"/>
            <a:ext cx="2880000" cy="792000"/>
          </a:xfrm>
          <a:prstGeom prst="rect">
            <a:avLst/>
          </a:prstGeom>
          <a:solidFill>
            <a:srgbClr val="D1F5EA"/>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tx2"/>
                </a:solidFill>
                <a:latin typeface="Equip Extended" panose="02000503030000020004" pitchFamily="2" charset="77"/>
              </a:defRPr>
            </a:lvl1pPr>
          </a:lstStyle>
          <a:p>
            <a:pPr lvl="0"/>
            <a:r>
              <a:rPr lang="en-GB"/>
              <a:t>Edit description</a:t>
            </a:r>
          </a:p>
        </p:txBody>
      </p:sp>
      <p:sp>
        <p:nvSpPr>
          <p:cNvPr id="43" name="Text Placeholder 7">
            <a:extLst>
              <a:ext uri="{FF2B5EF4-FFF2-40B4-BE49-F238E27FC236}">
                <a16:creationId xmlns:a16="http://schemas.microsoft.com/office/drawing/2014/main" id="{AFEA1CF0-CF8B-7C45-98E1-BE94C243BDA7}"/>
              </a:ext>
            </a:extLst>
          </p:cNvPr>
          <p:cNvSpPr>
            <a:spLocks noGrp="1"/>
          </p:cNvSpPr>
          <p:nvPr>
            <p:ph type="body" sz="quarter" idx="36" hasCustomPrompt="1"/>
          </p:nvPr>
        </p:nvSpPr>
        <p:spPr>
          <a:xfrm>
            <a:off x="5679385" y="3067456"/>
            <a:ext cx="2934000" cy="792000"/>
          </a:xfrm>
          <a:prstGeom prst="rect">
            <a:avLst/>
          </a:prstGeom>
          <a:solidFill>
            <a:srgbClr val="205465"/>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bg1"/>
                </a:solidFill>
                <a:latin typeface="Equip Extended" panose="02000503030000020004" pitchFamily="2" charset="77"/>
              </a:defRPr>
            </a:lvl1pPr>
          </a:lstStyle>
          <a:p>
            <a:pPr lvl="0"/>
            <a:r>
              <a:rPr lang="en-GB"/>
              <a:t>Edit description</a:t>
            </a:r>
          </a:p>
        </p:txBody>
      </p:sp>
      <p:sp>
        <p:nvSpPr>
          <p:cNvPr id="44" name="Text Placeholder 7">
            <a:extLst>
              <a:ext uri="{FF2B5EF4-FFF2-40B4-BE49-F238E27FC236}">
                <a16:creationId xmlns:a16="http://schemas.microsoft.com/office/drawing/2014/main" id="{8CB68FB8-0491-0C48-A147-91A0B1C11319}"/>
              </a:ext>
            </a:extLst>
          </p:cNvPr>
          <p:cNvSpPr>
            <a:spLocks noGrp="1"/>
          </p:cNvSpPr>
          <p:nvPr>
            <p:ph type="body" sz="quarter" idx="37" hasCustomPrompt="1"/>
          </p:nvPr>
        </p:nvSpPr>
        <p:spPr>
          <a:xfrm>
            <a:off x="8560800" y="3067456"/>
            <a:ext cx="2934000" cy="792000"/>
          </a:xfrm>
          <a:prstGeom prst="rect">
            <a:avLst/>
          </a:prstGeom>
          <a:solidFill>
            <a:srgbClr val="D1F5EA"/>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tx2"/>
                </a:solidFill>
                <a:latin typeface="Equip Extended" panose="02000503030000020004" pitchFamily="2" charset="77"/>
              </a:defRPr>
            </a:lvl1pPr>
          </a:lstStyle>
          <a:p>
            <a:pPr lvl="0"/>
            <a:r>
              <a:rPr lang="en-GB"/>
              <a:t>Edit description</a:t>
            </a:r>
          </a:p>
        </p:txBody>
      </p:sp>
      <p:sp>
        <p:nvSpPr>
          <p:cNvPr id="49" name="Text Placeholder 7">
            <a:extLst>
              <a:ext uri="{FF2B5EF4-FFF2-40B4-BE49-F238E27FC236}">
                <a16:creationId xmlns:a16="http://schemas.microsoft.com/office/drawing/2014/main" id="{0EA55065-BEA9-854D-96EA-0864C0EEAEDD}"/>
              </a:ext>
            </a:extLst>
          </p:cNvPr>
          <p:cNvSpPr>
            <a:spLocks noGrp="1"/>
          </p:cNvSpPr>
          <p:nvPr>
            <p:ph type="body" sz="quarter" idx="39" hasCustomPrompt="1"/>
          </p:nvPr>
        </p:nvSpPr>
        <p:spPr>
          <a:xfrm>
            <a:off x="5679385" y="3981860"/>
            <a:ext cx="2934000" cy="792000"/>
          </a:xfrm>
          <a:prstGeom prst="rect">
            <a:avLst/>
          </a:prstGeom>
          <a:solidFill>
            <a:srgbClr val="2D807B"/>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bg1"/>
                </a:solidFill>
                <a:latin typeface="Equip Extended" panose="02000503030000020004" pitchFamily="2" charset="77"/>
              </a:defRPr>
            </a:lvl1pPr>
          </a:lstStyle>
          <a:p>
            <a:pPr lvl="0"/>
            <a:r>
              <a:rPr lang="en-GB"/>
              <a:t>Edit description</a:t>
            </a:r>
          </a:p>
        </p:txBody>
      </p:sp>
      <p:sp>
        <p:nvSpPr>
          <p:cNvPr id="50" name="Text Placeholder 7">
            <a:extLst>
              <a:ext uri="{FF2B5EF4-FFF2-40B4-BE49-F238E27FC236}">
                <a16:creationId xmlns:a16="http://schemas.microsoft.com/office/drawing/2014/main" id="{A0E99508-C6C5-AD41-BDF8-E368F4DD156C}"/>
              </a:ext>
            </a:extLst>
          </p:cNvPr>
          <p:cNvSpPr>
            <a:spLocks noGrp="1"/>
          </p:cNvSpPr>
          <p:nvPr>
            <p:ph type="body" sz="quarter" idx="40" hasCustomPrompt="1"/>
          </p:nvPr>
        </p:nvSpPr>
        <p:spPr>
          <a:xfrm>
            <a:off x="8560800" y="3981860"/>
            <a:ext cx="2934000" cy="792000"/>
          </a:xfrm>
          <a:prstGeom prst="rect">
            <a:avLst/>
          </a:prstGeom>
          <a:solidFill>
            <a:srgbClr val="D1F5EA"/>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tx2"/>
                </a:solidFill>
                <a:latin typeface="Equip Extended" panose="02000503030000020004" pitchFamily="2" charset="77"/>
              </a:defRPr>
            </a:lvl1pPr>
          </a:lstStyle>
          <a:p>
            <a:pPr lvl="0"/>
            <a:r>
              <a:rPr lang="en-GB"/>
              <a:t>Edit description</a:t>
            </a:r>
          </a:p>
        </p:txBody>
      </p:sp>
      <p:sp>
        <p:nvSpPr>
          <p:cNvPr id="53" name="Text Placeholder 7">
            <a:extLst>
              <a:ext uri="{FF2B5EF4-FFF2-40B4-BE49-F238E27FC236}">
                <a16:creationId xmlns:a16="http://schemas.microsoft.com/office/drawing/2014/main" id="{48ABF11D-9DAF-5440-8B39-8A165F464FD2}"/>
              </a:ext>
            </a:extLst>
          </p:cNvPr>
          <p:cNvSpPr>
            <a:spLocks noGrp="1"/>
          </p:cNvSpPr>
          <p:nvPr>
            <p:ph type="body" sz="quarter" idx="42" hasCustomPrompt="1"/>
          </p:nvPr>
        </p:nvSpPr>
        <p:spPr>
          <a:xfrm>
            <a:off x="5679385" y="4896264"/>
            <a:ext cx="2934000" cy="792000"/>
          </a:xfrm>
          <a:prstGeom prst="rect">
            <a:avLst/>
          </a:prstGeom>
          <a:solidFill>
            <a:srgbClr val="3AAB94"/>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bg1"/>
                </a:solidFill>
                <a:latin typeface="Equip Extended" panose="02000503030000020004" pitchFamily="2" charset="77"/>
              </a:defRPr>
            </a:lvl1pPr>
          </a:lstStyle>
          <a:p>
            <a:pPr lvl="0"/>
            <a:r>
              <a:rPr lang="en-GB"/>
              <a:t>Edit description</a:t>
            </a:r>
          </a:p>
        </p:txBody>
      </p:sp>
      <p:sp>
        <p:nvSpPr>
          <p:cNvPr id="54" name="Text Placeholder 7">
            <a:extLst>
              <a:ext uri="{FF2B5EF4-FFF2-40B4-BE49-F238E27FC236}">
                <a16:creationId xmlns:a16="http://schemas.microsoft.com/office/drawing/2014/main" id="{9677DE9D-2501-444A-9FCD-D4F0A339AC8D}"/>
              </a:ext>
            </a:extLst>
          </p:cNvPr>
          <p:cNvSpPr>
            <a:spLocks noGrp="1"/>
          </p:cNvSpPr>
          <p:nvPr>
            <p:ph type="body" sz="quarter" idx="43" hasCustomPrompt="1"/>
          </p:nvPr>
        </p:nvSpPr>
        <p:spPr>
          <a:xfrm>
            <a:off x="8560800" y="4896264"/>
            <a:ext cx="2934000" cy="792000"/>
          </a:xfrm>
          <a:prstGeom prst="rect">
            <a:avLst/>
          </a:prstGeom>
          <a:solidFill>
            <a:srgbClr val="D1F5EA"/>
          </a:solidFill>
        </p:spPr>
        <p:txBody>
          <a:bodyPr wrap="square" tIns="72000" numCol="1" spcCol="720000" anchor="ctr">
            <a:noAutofit/>
          </a:bodyPr>
          <a:lstStyle>
            <a:lvl1pPr marL="0" indent="0" algn="ctr">
              <a:lnSpc>
                <a:spcPct val="100000"/>
              </a:lnSpc>
              <a:buFont typeface="Arial" panose="020B0604020202020204" pitchFamily="34" charset="0"/>
              <a:buNone/>
              <a:defRPr sz="1200" b="0" i="0">
                <a:solidFill>
                  <a:schemeClr val="tx2"/>
                </a:solidFill>
                <a:latin typeface="Equip Extended" panose="02000503030000020004" pitchFamily="2" charset="77"/>
              </a:defRPr>
            </a:lvl1pPr>
          </a:lstStyle>
          <a:p>
            <a:pPr lvl="0"/>
            <a:r>
              <a:rPr lang="en-GB"/>
              <a:t>Edit description</a:t>
            </a:r>
          </a:p>
        </p:txBody>
      </p:sp>
      <p:sp>
        <p:nvSpPr>
          <p:cNvPr id="57" name="Title 1">
            <a:extLst>
              <a:ext uri="{FF2B5EF4-FFF2-40B4-BE49-F238E27FC236}">
                <a16:creationId xmlns:a16="http://schemas.microsoft.com/office/drawing/2014/main" id="{C0356F5A-298E-1E4F-8A80-AEECD94E44E0}"/>
              </a:ext>
            </a:extLst>
          </p:cNvPr>
          <p:cNvSpPr>
            <a:spLocks noGrp="1"/>
          </p:cNvSpPr>
          <p:nvPr>
            <p:ph type="title" hasCustomPrompt="1"/>
          </p:nvPr>
        </p:nvSpPr>
        <p:spPr>
          <a:xfrm>
            <a:off x="626400" y="481125"/>
            <a:ext cx="4333814"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58" name="Text Placeholder 7">
            <a:extLst>
              <a:ext uri="{FF2B5EF4-FFF2-40B4-BE49-F238E27FC236}">
                <a16:creationId xmlns:a16="http://schemas.microsoft.com/office/drawing/2014/main" id="{67D5818A-2247-974B-9F65-E972B302B00C}"/>
              </a:ext>
            </a:extLst>
          </p:cNvPr>
          <p:cNvSpPr>
            <a:spLocks noGrp="1"/>
          </p:cNvSpPr>
          <p:nvPr>
            <p:ph type="body" sz="quarter" idx="29" hasCustomPrompt="1"/>
          </p:nvPr>
        </p:nvSpPr>
        <p:spPr>
          <a:xfrm>
            <a:off x="626401" y="930188"/>
            <a:ext cx="4333814"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
        <p:nvSpPr>
          <p:cNvPr id="59" name="Text Placeholder 7">
            <a:extLst>
              <a:ext uri="{FF2B5EF4-FFF2-40B4-BE49-F238E27FC236}">
                <a16:creationId xmlns:a16="http://schemas.microsoft.com/office/drawing/2014/main" id="{E27AFBE8-0396-9444-919D-54BF4ACA73AE}"/>
              </a:ext>
            </a:extLst>
          </p:cNvPr>
          <p:cNvSpPr>
            <a:spLocks noGrp="1"/>
          </p:cNvSpPr>
          <p:nvPr>
            <p:ph type="body" sz="quarter" idx="35" hasCustomPrompt="1"/>
          </p:nvPr>
        </p:nvSpPr>
        <p:spPr>
          <a:xfrm>
            <a:off x="8236800" y="2225052"/>
            <a:ext cx="648000" cy="643225"/>
          </a:xfrm>
          <a:prstGeom prst="ellipse">
            <a:avLst/>
          </a:prstGeom>
          <a:solidFill>
            <a:schemeClr val="accent4"/>
          </a:solidFill>
        </p:spPr>
        <p:txBody>
          <a:bodyPr wrap="none" tIns="72000" numCol="1" spcCol="720000" anchor="ctr" anchorCtr="0">
            <a:noAutofit/>
          </a:bodyPr>
          <a:lstStyle>
            <a:lvl1pPr marL="0" indent="0" algn="ctr">
              <a:lnSpc>
                <a:spcPct val="100000"/>
              </a:lnSpc>
              <a:buFont typeface="Arial" panose="020B0604020202020204" pitchFamily="34" charset="0"/>
              <a:buNone/>
              <a:defRPr sz="1100" b="0" i="1">
                <a:solidFill>
                  <a:schemeClr val="bg1"/>
                </a:solidFill>
                <a:latin typeface="Equip" panose="02000503030000020004" pitchFamily="2" charset="77"/>
              </a:defRPr>
            </a:lvl1pPr>
          </a:lstStyle>
          <a:p>
            <a:pPr lvl="0"/>
            <a:r>
              <a:rPr lang="en-GB"/>
              <a:t>Over</a:t>
            </a:r>
          </a:p>
        </p:txBody>
      </p:sp>
      <p:sp>
        <p:nvSpPr>
          <p:cNvPr id="60" name="Text Placeholder 7">
            <a:extLst>
              <a:ext uri="{FF2B5EF4-FFF2-40B4-BE49-F238E27FC236}">
                <a16:creationId xmlns:a16="http://schemas.microsoft.com/office/drawing/2014/main" id="{F61821AA-302A-9944-ACB0-C3BEEFF95619}"/>
              </a:ext>
            </a:extLst>
          </p:cNvPr>
          <p:cNvSpPr>
            <a:spLocks noGrp="1"/>
          </p:cNvSpPr>
          <p:nvPr>
            <p:ph type="body" sz="quarter" idx="44" hasCustomPrompt="1"/>
          </p:nvPr>
        </p:nvSpPr>
        <p:spPr>
          <a:xfrm>
            <a:off x="8236800" y="3140439"/>
            <a:ext cx="648000" cy="643225"/>
          </a:xfrm>
          <a:prstGeom prst="ellipse">
            <a:avLst/>
          </a:prstGeom>
          <a:solidFill>
            <a:schemeClr val="accent4"/>
          </a:solidFill>
        </p:spPr>
        <p:txBody>
          <a:bodyPr wrap="none" tIns="72000" numCol="1" spcCol="720000" anchor="ctr" anchorCtr="0">
            <a:noAutofit/>
          </a:bodyPr>
          <a:lstStyle>
            <a:lvl1pPr marL="0" indent="0" algn="ctr">
              <a:lnSpc>
                <a:spcPct val="100000"/>
              </a:lnSpc>
              <a:buFont typeface="Arial" panose="020B0604020202020204" pitchFamily="34" charset="0"/>
              <a:buNone/>
              <a:defRPr sz="1100" b="0" i="1">
                <a:solidFill>
                  <a:schemeClr val="bg1"/>
                </a:solidFill>
                <a:latin typeface="Equip" panose="02000503030000020004" pitchFamily="2" charset="77"/>
              </a:defRPr>
            </a:lvl1pPr>
          </a:lstStyle>
          <a:p>
            <a:pPr lvl="0"/>
            <a:r>
              <a:rPr lang="en-GB"/>
              <a:t>Over</a:t>
            </a:r>
          </a:p>
        </p:txBody>
      </p:sp>
      <p:sp>
        <p:nvSpPr>
          <p:cNvPr id="61" name="Text Placeholder 7">
            <a:extLst>
              <a:ext uri="{FF2B5EF4-FFF2-40B4-BE49-F238E27FC236}">
                <a16:creationId xmlns:a16="http://schemas.microsoft.com/office/drawing/2014/main" id="{A761C271-209A-CB4A-8CE6-9EC6EC5D5DA3}"/>
              </a:ext>
            </a:extLst>
          </p:cNvPr>
          <p:cNvSpPr>
            <a:spLocks noGrp="1"/>
          </p:cNvSpPr>
          <p:nvPr>
            <p:ph type="body" sz="quarter" idx="45" hasCustomPrompt="1"/>
          </p:nvPr>
        </p:nvSpPr>
        <p:spPr>
          <a:xfrm>
            <a:off x="8236800" y="4056247"/>
            <a:ext cx="648000" cy="643225"/>
          </a:xfrm>
          <a:prstGeom prst="ellipse">
            <a:avLst/>
          </a:prstGeom>
          <a:solidFill>
            <a:schemeClr val="accent4"/>
          </a:solidFill>
        </p:spPr>
        <p:txBody>
          <a:bodyPr wrap="none" tIns="72000" numCol="1" spcCol="720000" anchor="ctr" anchorCtr="0">
            <a:noAutofit/>
          </a:bodyPr>
          <a:lstStyle>
            <a:lvl1pPr marL="0" indent="0" algn="ctr">
              <a:lnSpc>
                <a:spcPct val="100000"/>
              </a:lnSpc>
              <a:buFont typeface="Arial" panose="020B0604020202020204" pitchFamily="34" charset="0"/>
              <a:buNone/>
              <a:defRPr sz="1100" b="0" i="1">
                <a:solidFill>
                  <a:schemeClr val="bg1"/>
                </a:solidFill>
                <a:latin typeface="Equip" panose="02000503030000020004" pitchFamily="2" charset="77"/>
              </a:defRPr>
            </a:lvl1pPr>
          </a:lstStyle>
          <a:p>
            <a:pPr lvl="0"/>
            <a:r>
              <a:rPr lang="en-GB"/>
              <a:t>Over</a:t>
            </a:r>
          </a:p>
        </p:txBody>
      </p:sp>
      <p:sp>
        <p:nvSpPr>
          <p:cNvPr id="62" name="Text Placeholder 7">
            <a:extLst>
              <a:ext uri="{FF2B5EF4-FFF2-40B4-BE49-F238E27FC236}">
                <a16:creationId xmlns:a16="http://schemas.microsoft.com/office/drawing/2014/main" id="{F3D16181-B31F-1245-8E9F-D5471F4CBD4E}"/>
              </a:ext>
            </a:extLst>
          </p:cNvPr>
          <p:cNvSpPr>
            <a:spLocks noGrp="1"/>
          </p:cNvSpPr>
          <p:nvPr>
            <p:ph type="body" sz="quarter" idx="46" hasCustomPrompt="1"/>
          </p:nvPr>
        </p:nvSpPr>
        <p:spPr>
          <a:xfrm>
            <a:off x="8236800" y="4970651"/>
            <a:ext cx="648000" cy="643225"/>
          </a:xfrm>
          <a:prstGeom prst="ellipse">
            <a:avLst/>
          </a:prstGeom>
          <a:solidFill>
            <a:schemeClr val="accent4"/>
          </a:solidFill>
        </p:spPr>
        <p:txBody>
          <a:bodyPr wrap="none" tIns="72000" numCol="1" spcCol="720000" anchor="ctr" anchorCtr="0">
            <a:noAutofit/>
          </a:bodyPr>
          <a:lstStyle>
            <a:lvl1pPr marL="0" indent="0" algn="ctr">
              <a:lnSpc>
                <a:spcPct val="100000"/>
              </a:lnSpc>
              <a:buFont typeface="Arial" panose="020B0604020202020204" pitchFamily="34" charset="0"/>
              <a:buNone/>
              <a:defRPr sz="1100" b="0" i="1">
                <a:solidFill>
                  <a:schemeClr val="bg1"/>
                </a:solidFill>
                <a:latin typeface="Equip" panose="02000503030000020004" pitchFamily="2" charset="77"/>
              </a:defRPr>
            </a:lvl1pPr>
          </a:lstStyle>
          <a:p>
            <a:pPr lvl="0"/>
            <a:r>
              <a:rPr lang="en-GB"/>
              <a:t>Over</a:t>
            </a:r>
          </a:p>
        </p:txBody>
      </p:sp>
    </p:spTree>
    <p:extLst>
      <p:ext uri="{BB962C8B-B14F-4D97-AF65-F5344CB8AC3E}">
        <p14:creationId xmlns:p14="http://schemas.microsoft.com/office/powerpoint/2010/main" val="218943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2_1_Quotes Blue">
    <p:bg>
      <p:bgPr>
        <a:solidFill>
          <a:schemeClr val="accent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943997" y="3769143"/>
            <a:ext cx="2797200" cy="303536"/>
          </a:xfrm>
          <a:prstGeom prst="rect">
            <a:avLst/>
          </a:prstGeom>
        </p:spPr>
        <p:txBody>
          <a:bodyPr wrap="square" tIns="72000" anchor="t">
            <a:spAutoFit/>
          </a:bodyPr>
          <a:lstStyle>
            <a:lvl1pPr marL="0" indent="0">
              <a:lnSpc>
                <a:spcPct val="100000"/>
              </a:lnSpc>
              <a:spcBef>
                <a:spcPts val="1000"/>
              </a:spcBef>
              <a:buNone/>
              <a:defRPr sz="1200" b="0" i="0">
                <a:solidFill>
                  <a:schemeClr val="bg1"/>
                </a:solidFill>
                <a:latin typeface="Equip Light" panose="02000503000000020004" pitchFamily="2" charset="77"/>
              </a:defRPr>
            </a:lvl1pPr>
          </a:lstStyle>
          <a:p>
            <a:pPr lvl="0"/>
            <a:r>
              <a:rPr lang="en-GB"/>
              <a:t>Edit position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943997" y="3445709"/>
            <a:ext cx="2797200" cy="318924"/>
          </a:xfrm>
          <a:prstGeom prst="rect">
            <a:avLst/>
          </a:prstGeom>
        </p:spPr>
        <p:txBody>
          <a:bodyPr wrap="square" tIns="72000" anchor="t">
            <a:spAutoFit/>
          </a:bodyPr>
          <a:lstStyle>
            <a:lvl1pPr marL="0" indent="0">
              <a:lnSpc>
                <a:spcPct val="100000"/>
              </a:lnSpc>
              <a:buNone/>
              <a:defRPr sz="1300" b="1" i="0">
                <a:solidFill>
                  <a:schemeClr val="tx1"/>
                </a:solidFill>
                <a:latin typeface="Equip Extended" panose="02000503030000020004" pitchFamily="2" charset="77"/>
              </a:defRPr>
            </a:lvl1pPr>
          </a:lstStyle>
          <a:p>
            <a:pPr lvl="0"/>
            <a:r>
              <a:rPr lang="en-GB"/>
              <a:t>Edit name</a:t>
            </a:r>
          </a:p>
        </p:txBody>
      </p:sp>
      <p:sp>
        <p:nvSpPr>
          <p:cNvPr id="44" name="Text Placeholder 7">
            <a:extLst>
              <a:ext uri="{FF2B5EF4-FFF2-40B4-BE49-F238E27FC236}">
                <a16:creationId xmlns:a16="http://schemas.microsoft.com/office/drawing/2014/main" id="{B5142791-BBE3-5C4E-968E-02EE0E8B2BC9}"/>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sp>
        <p:nvSpPr>
          <p:cNvPr id="3" name="TextBox 2">
            <a:extLst>
              <a:ext uri="{FF2B5EF4-FFF2-40B4-BE49-F238E27FC236}">
                <a16:creationId xmlns:a16="http://schemas.microsoft.com/office/drawing/2014/main" id="{887C61D2-B01E-A14D-A3C4-B70E84D40EC0}"/>
              </a:ext>
            </a:extLst>
          </p:cNvPr>
          <p:cNvSpPr txBox="1"/>
          <p:nvPr userDrawn="1"/>
        </p:nvSpPr>
        <p:spPr>
          <a:xfrm>
            <a:off x="966780" y="1379958"/>
            <a:ext cx="630301" cy="1323439"/>
          </a:xfrm>
          <a:prstGeom prst="rect">
            <a:avLst/>
          </a:prstGeom>
          <a:noFill/>
        </p:spPr>
        <p:txBody>
          <a:bodyPr wrap="none" rtlCol="0">
            <a:spAutoFit/>
          </a:bodyPr>
          <a:lstStyle/>
          <a:p>
            <a:r>
              <a:rPr lang="en-PT" sz="8000" b="1" i="0">
                <a:solidFill>
                  <a:schemeClr val="tx1"/>
                </a:solidFill>
                <a:latin typeface="Equip Extended" panose="02000503030000020004" pitchFamily="2" charset="77"/>
              </a:rPr>
              <a:t>“</a:t>
            </a:r>
          </a:p>
        </p:txBody>
      </p:sp>
      <p:sp>
        <p:nvSpPr>
          <p:cNvPr id="20" name="TextBox 19">
            <a:extLst>
              <a:ext uri="{FF2B5EF4-FFF2-40B4-BE49-F238E27FC236}">
                <a16:creationId xmlns:a16="http://schemas.microsoft.com/office/drawing/2014/main" id="{649D3518-BE06-3C4F-9B82-13D47749E849}"/>
              </a:ext>
            </a:extLst>
          </p:cNvPr>
          <p:cNvSpPr txBox="1"/>
          <p:nvPr userDrawn="1"/>
        </p:nvSpPr>
        <p:spPr>
          <a:xfrm>
            <a:off x="10602823" y="5051551"/>
            <a:ext cx="628698" cy="1323439"/>
          </a:xfrm>
          <a:prstGeom prst="rect">
            <a:avLst/>
          </a:prstGeom>
          <a:noFill/>
        </p:spPr>
        <p:txBody>
          <a:bodyPr wrap="none" rtlCol="0" anchor="b">
            <a:noAutofit/>
          </a:bodyPr>
          <a:lstStyle/>
          <a:p>
            <a:r>
              <a:rPr lang="en-PT" sz="8000" b="1" i="0">
                <a:solidFill>
                  <a:schemeClr val="tx1"/>
                </a:solidFill>
                <a:latin typeface="Equip Extended" panose="02000503030000020004" pitchFamily="2" charset="77"/>
              </a:rPr>
              <a:t>”</a:t>
            </a:r>
          </a:p>
        </p:txBody>
      </p:sp>
      <p:sp>
        <p:nvSpPr>
          <p:cNvPr id="21" name="Text Placeholder 7">
            <a:extLst>
              <a:ext uri="{FF2B5EF4-FFF2-40B4-BE49-F238E27FC236}">
                <a16:creationId xmlns:a16="http://schemas.microsoft.com/office/drawing/2014/main" id="{C1B2D925-6381-9A47-8EBA-795195C8ABB8}"/>
              </a:ext>
            </a:extLst>
          </p:cNvPr>
          <p:cNvSpPr>
            <a:spLocks noGrp="1"/>
          </p:cNvSpPr>
          <p:nvPr>
            <p:ph type="body" sz="quarter" idx="34" hasCustomPrompt="1"/>
          </p:nvPr>
        </p:nvSpPr>
        <p:spPr>
          <a:xfrm>
            <a:off x="1943998" y="2211834"/>
            <a:ext cx="3862800" cy="980644"/>
          </a:xfrm>
          <a:prstGeom prst="rect">
            <a:avLst/>
          </a:prstGeom>
        </p:spPr>
        <p:txBody>
          <a:bodyPr wrap="square" tIns="72000" anchor="b">
            <a:spAutoFit/>
          </a:bodyPr>
          <a:lstStyle>
            <a:lvl1pPr marL="0" indent="0">
              <a:lnSpc>
                <a:spcPct val="100000"/>
              </a:lnSpc>
              <a:buNone/>
              <a:defRPr sz="14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22" name="Image">
            <a:extLst>
              <a:ext uri="{FF2B5EF4-FFF2-40B4-BE49-F238E27FC236}">
                <a16:creationId xmlns:a16="http://schemas.microsoft.com/office/drawing/2014/main" id="{822A80EC-B1B0-3442-829C-CAFABB882D10}"/>
              </a:ext>
            </a:extLst>
          </p:cNvPr>
          <p:cNvSpPr>
            <a:spLocks noGrp="1" noChangeAspect="1"/>
          </p:cNvSpPr>
          <p:nvPr>
            <p:ph type="pic" sz="quarter" idx="30"/>
          </p:nvPr>
        </p:nvSpPr>
        <p:spPr>
          <a:xfrm>
            <a:off x="5028407" y="3340920"/>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3" name="Text Placeholder 7">
            <a:extLst>
              <a:ext uri="{FF2B5EF4-FFF2-40B4-BE49-F238E27FC236}">
                <a16:creationId xmlns:a16="http://schemas.microsoft.com/office/drawing/2014/main" id="{8355F0FD-0400-F544-A20A-FFD2420BD67F}"/>
              </a:ext>
            </a:extLst>
          </p:cNvPr>
          <p:cNvSpPr>
            <a:spLocks noGrp="1"/>
          </p:cNvSpPr>
          <p:nvPr>
            <p:ph type="body" sz="quarter" idx="35" hasCustomPrompt="1"/>
          </p:nvPr>
        </p:nvSpPr>
        <p:spPr>
          <a:xfrm>
            <a:off x="6371592" y="4194182"/>
            <a:ext cx="2797200" cy="303536"/>
          </a:xfrm>
          <a:prstGeom prst="rect">
            <a:avLst/>
          </a:prstGeom>
        </p:spPr>
        <p:txBody>
          <a:bodyPr wrap="square" tIns="72000" anchor="t">
            <a:spAutoFit/>
          </a:bodyPr>
          <a:lstStyle>
            <a:lvl1pPr marL="0" indent="0">
              <a:lnSpc>
                <a:spcPct val="100000"/>
              </a:lnSpc>
              <a:spcBef>
                <a:spcPts val="1000"/>
              </a:spcBef>
              <a:buNone/>
              <a:defRPr sz="1200" b="0" i="0">
                <a:solidFill>
                  <a:schemeClr val="bg1"/>
                </a:solidFill>
                <a:latin typeface="Equip Light" panose="02000503000000020004" pitchFamily="2" charset="77"/>
              </a:defRPr>
            </a:lvl1pPr>
          </a:lstStyle>
          <a:p>
            <a:pPr lvl="0"/>
            <a:r>
              <a:rPr lang="en-GB"/>
              <a:t>Edit position</a:t>
            </a:r>
          </a:p>
        </p:txBody>
      </p:sp>
      <p:sp>
        <p:nvSpPr>
          <p:cNvPr id="24" name="Text Placeholder 7">
            <a:extLst>
              <a:ext uri="{FF2B5EF4-FFF2-40B4-BE49-F238E27FC236}">
                <a16:creationId xmlns:a16="http://schemas.microsoft.com/office/drawing/2014/main" id="{CEE37377-A5FF-9646-B596-C7E6C7268FEA}"/>
              </a:ext>
            </a:extLst>
          </p:cNvPr>
          <p:cNvSpPr>
            <a:spLocks noGrp="1"/>
          </p:cNvSpPr>
          <p:nvPr>
            <p:ph type="body" sz="quarter" idx="36" hasCustomPrompt="1"/>
          </p:nvPr>
        </p:nvSpPr>
        <p:spPr>
          <a:xfrm>
            <a:off x="6371592" y="3870748"/>
            <a:ext cx="2797200" cy="318924"/>
          </a:xfrm>
          <a:prstGeom prst="rect">
            <a:avLst/>
          </a:prstGeom>
        </p:spPr>
        <p:txBody>
          <a:bodyPr wrap="square" tIns="72000" anchor="t">
            <a:spAutoFit/>
          </a:bodyPr>
          <a:lstStyle>
            <a:lvl1pPr marL="0" indent="0">
              <a:lnSpc>
                <a:spcPct val="100000"/>
              </a:lnSpc>
              <a:buNone/>
              <a:defRPr sz="1300" b="1" i="0">
                <a:solidFill>
                  <a:schemeClr val="tx1"/>
                </a:solidFill>
                <a:latin typeface="Equip Extended" panose="02000503030000020004" pitchFamily="2" charset="77"/>
              </a:defRPr>
            </a:lvl1pPr>
          </a:lstStyle>
          <a:p>
            <a:pPr lvl="0"/>
            <a:r>
              <a:rPr lang="en-GB"/>
              <a:t>Edit name</a:t>
            </a:r>
          </a:p>
        </p:txBody>
      </p:sp>
      <p:sp>
        <p:nvSpPr>
          <p:cNvPr id="31" name="Text Placeholder 7">
            <a:extLst>
              <a:ext uri="{FF2B5EF4-FFF2-40B4-BE49-F238E27FC236}">
                <a16:creationId xmlns:a16="http://schemas.microsoft.com/office/drawing/2014/main" id="{D30342F4-2876-3240-A7F5-9346EEB55FF4}"/>
              </a:ext>
            </a:extLst>
          </p:cNvPr>
          <p:cNvSpPr>
            <a:spLocks noGrp="1"/>
          </p:cNvSpPr>
          <p:nvPr>
            <p:ph type="body" sz="quarter" idx="37" hasCustomPrompt="1"/>
          </p:nvPr>
        </p:nvSpPr>
        <p:spPr>
          <a:xfrm>
            <a:off x="6371593" y="2636873"/>
            <a:ext cx="3862800" cy="980644"/>
          </a:xfrm>
          <a:prstGeom prst="rect">
            <a:avLst/>
          </a:prstGeom>
        </p:spPr>
        <p:txBody>
          <a:bodyPr wrap="square" tIns="72000" anchor="b">
            <a:spAutoFit/>
          </a:bodyPr>
          <a:lstStyle>
            <a:lvl1pPr marL="0" indent="0">
              <a:lnSpc>
                <a:spcPct val="100000"/>
              </a:lnSpc>
              <a:buNone/>
              <a:defRPr sz="14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33" name="Image">
            <a:extLst>
              <a:ext uri="{FF2B5EF4-FFF2-40B4-BE49-F238E27FC236}">
                <a16:creationId xmlns:a16="http://schemas.microsoft.com/office/drawing/2014/main" id="{A8684A1C-A560-DE49-AD50-647BDB254A86}"/>
              </a:ext>
            </a:extLst>
          </p:cNvPr>
          <p:cNvSpPr>
            <a:spLocks noGrp="1" noChangeAspect="1"/>
          </p:cNvSpPr>
          <p:nvPr>
            <p:ph type="pic" sz="quarter" idx="38"/>
          </p:nvPr>
        </p:nvSpPr>
        <p:spPr>
          <a:xfrm>
            <a:off x="9456002" y="3765959"/>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34" name="Title 1">
            <a:extLst>
              <a:ext uri="{FF2B5EF4-FFF2-40B4-BE49-F238E27FC236}">
                <a16:creationId xmlns:a16="http://schemas.microsoft.com/office/drawing/2014/main" id="{072889E0-E7E5-E147-843C-BE83DEDDF915}"/>
              </a:ext>
            </a:extLst>
          </p:cNvPr>
          <p:cNvSpPr>
            <a:spLocks noGrp="1"/>
          </p:cNvSpPr>
          <p:nvPr>
            <p:ph type="title" hasCustomPrompt="1"/>
          </p:nvPr>
        </p:nvSpPr>
        <p:spPr>
          <a:xfrm>
            <a:off x="626399" y="481125"/>
            <a:ext cx="5065199" cy="488201"/>
          </a:xfrm>
          <a:prstGeom prst="rect">
            <a:avLst/>
          </a:prstGeom>
        </p:spPr>
        <p:txBody>
          <a:bodyPr tIns="72000" anchor="t">
            <a:spAutoFit/>
          </a:bodyPr>
          <a:lstStyle>
            <a:lvl1pPr>
              <a:lnSpc>
                <a:spcPct val="100000"/>
              </a:lnSpc>
              <a:defRPr sz="2400" b="1" i="0">
                <a:solidFill>
                  <a:schemeClr val="bg1"/>
                </a:solidFill>
                <a:latin typeface="Equip Extended" panose="02000503030000020004" pitchFamily="2" charset="77"/>
              </a:defRPr>
            </a:lvl1pPr>
          </a:lstStyle>
          <a:p>
            <a:r>
              <a:rPr lang="en-GB"/>
              <a:t>Edit title</a:t>
            </a:r>
            <a:endParaRPr lang="en-PT"/>
          </a:p>
        </p:txBody>
      </p:sp>
      <p:sp>
        <p:nvSpPr>
          <p:cNvPr id="35" name="Text Placeholder 7">
            <a:extLst>
              <a:ext uri="{FF2B5EF4-FFF2-40B4-BE49-F238E27FC236}">
                <a16:creationId xmlns:a16="http://schemas.microsoft.com/office/drawing/2014/main" id="{191DEFED-AA81-4D42-88DF-A4B7EFBEDCBB}"/>
              </a:ext>
            </a:extLst>
          </p:cNvPr>
          <p:cNvSpPr>
            <a:spLocks noGrp="1"/>
          </p:cNvSpPr>
          <p:nvPr>
            <p:ph type="body" sz="quarter" idx="29" hasCustomPrompt="1"/>
          </p:nvPr>
        </p:nvSpPr>
        <p:spPr>
          <a:xfrm>
            <a:off x="626401" y="930188"/>
            <a:ext cx="5065200" cy="365091"/>
          </a:xfrm>
          <a:prstGeom prst="rect">
            <a:avLst/>
          </a:prstGeom>
        </p:spPr>
        <p:txBody>
          <a:bodyPr wrap="square" tIns="72000" anchor="t">
            <a:spAutoFit/>
          </a:bodyPr>
          <a:lstStyle>
            <a:lvl1pPr marL="0" indent="0">
              <a:lnSpc>
                <a:spcPct val="100000"/>
              </a:lnSpc>
              <a:buNone/>
              <a:defRPr sz="1600" b="0" i="0">
                <a:solidFill>
                  <a:schemeClr val="bg1"/>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034683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2_2_Quotes Purple">
    <p:bg>
      <p:bgPr>
        <a:solidFill>
          <a:schemeClr val="accent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1943997" y="3769143"/>
            <a:ext cx="2797200" cy="303536"/>
          </a:xfrm>
          <a:prstGeom prst="rect">
            <a:avLst/>
          </a:prstGeom>
        </p:spPr>
        <p:txBody>
          <a:bodyPr wrap="square" tIns="72000" anchor="t">
            <a:spAutoFit/>
          </a:bodyPr>
          <a:lstStyle>
            <a:lvl1pPr marL="0" indent="0">
              <a:lnSpc>
                <a:spcPct val="100000"/>
              </a:lnSpc>
              <a:spcBef>
                <a:spcPts val="1000"/>
              </a:spcBef>
              <a:buNone/>
              <a:defRPr sz="1200" b="0" i="0">
                <a:solidFill>
                  <a:schemeClr val="bg1"/>
                </a:solidFill>
                <a:latin typeface="Equip Light" panose="02000503000000020004" pitchFamily="2" charset="77"/>
              </a:defRPr>
            </a:lvl1pPr>
          </a:lstStyle>
          <a:p>
            <a:pPr lvl="0"/>
            <a:r>
              <a:rPr lang="en-GB"/>
              <a:t>Edit position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1943997" y="3445709"/>
            <a:ext cx="2797200" cy="318924"/>
          </a:xfrm>
          <a:prstGeom prst="rect">
            <a:avLst/>
          </a:prstGeom>
        </p:spPr>
        <p:txBody>
          <a:bodyPr wrap="square" tIns="72000" anchor="t">
            <a:spAutoFit/>
          </a:bodyPr>
          <a:lstStyle>
            <a:lvl1pPr marL="0" indent="0">
              <a:lnSpc>
                <a:spcPct val="100000"/>
              </a:lnSpc>
              <a:buNone/>
              <a:defRPr sz="1300" b="1" i="0">
                <a:solidFill>
                  <a:schemeClr val="tx1"/>
                </a:solidFill>
                <a:latin typeface="Equip Extended" panose="02000503030000020004" pitchFamily="2" charset="77"/>
              </a:defRPr>
            </a:lvl1pPr>
          </a:lstStyle>
          <a:p>
            <a:pPr lvl="0"/>
            <a:r>
              <a:rPr lang="en-GB"/>
              <a:t>Edit name</a:t>
            </a:r>
          </a:p>
        </p:txBody>
      </p:sp>
      <p:sp>
        <p:nvSpPr>
          <p:cNvPr id="44" name="Text Placeholder 7">
            <a:extLst>
              <a:ext uri="{FF2B5EF4-FFF2-40B4-BE49-F238E27FC236}">
                <a16:creationId xmlns:a16="http://schemas.microsoft.com/office/drawing/2014/main" id="{B5142791-BBE3-5C4E-968E-02EE0E8B2BC9}"/>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sp>
        <p:nvSpPr>
          <p:cNvPr id="3" name="TextBox 2">
            <a:extLst>
              <a:ext uri="{FF2B5EF4-FFF2-40B4-BE49-F238E27FC236}">
                <a16:creationId xmlns:a16="http://schemas.microsoft.com/office/drawing/2014/main" id="{887C61D2-B01E-A14D-A3C4-B70E84D40EC0}"/>
              </a:ext>
            </a:extLst>
          </p:cNvPr>
          <p:cNvSpPr txBox="1"/>
          <p:nvPr userDrawn="1"/>
        </p:nvSpPr>
        <p:spPr>
          <a:xfrm>
            <a:off x="966780" y="1379958"/>
            <a:ext cx="630301" cy="1323439"/>
          </a:xfrm>
          <a:prstGeom prst="rect">
            <a:avLst/>
          </a:prstGeom>
          <a:noFill/>
        </p:spPr>
        <p:txBody>
          <a:bodyPr wrap="none" rtlCol="0">
            <a:spAutoFit/>
          </a:bodyPr>
          <a:lstStyle/>
          <a:p>
            <a:r>
              <a:rPr lang="en-PT" sz="8000" b="1" i="0">
                <a:solidFill>
                  <a:schemeClr val="tx1"/>
                </a:solidFill>
                <a:latin typeface="Equip Extended" panose="02000503030000020004" pitchFamily="2" charset="77"/>
              </a:rPr>
              <a:t>“</a:t>
            </a:r>
          </a:p>
        </p:txBody>
      </p:sp>
      <p:sp>
        <p:nvSpPr>
          <p:cNvPr id="20" name="TextBox 19">
            <a:extLst>
              <a:ext uri="{FF2B5EF4-FFF2-40B4-BE49-F238E27FC236}">
                <a16:creationId xmlns:a16="http://schemas.microsoft.com/office/drawing/2014/main" id="{649D3518-BE06-3C4F-9B82-13D47749E849}"/>
              </a:ext>
            </a:extLst>
          </p:cNvPr>
          <p:cNvSpPr txBox="1"/>
          <p:nvPr userDrawn="1"/>
        </p:nvSpPr>
        <p:spPr>
          <a:xfrm>
            <a:off x="10602823" y="5051551"/>
            <a:ext cx="628698" cy="1323439"/>
          </a:xfrm>
          <a:prstGeom prst="rect">
            <a:avLst/>
          </a:prstGeom>
          <a:noFill/>
        </p:spPr>
        <p:txBody>
          <a:bodyPr wrap="none" rtlCol="0" anchor="b">
            <a:noAutofit/>
          </a:bodyPr>
          <a:lstStyle/>
          <a:p>
            <a:r>
              <a:rPr lang="en-PT" sz="8000" b="1" i="0">
                <a:solidFill>
                  <a:schemeClr val="accent1"/>
                </a:solidFill>
                <a:latin typeface="Equip Extended" panose="02000503030000020004" pitchFamily="2" charset="77"/>
              </a:rPr>
              <a:t>”</a:t>
            </a:r>
          </a:p>
        </p:txBody>
      </p:sp>
      <p:sp>
        <p:nvSpPr>
          <p:cNvPr id="21" name="Text Placeholder 7">
            <a:extLst>
              <a:ext uri="{FF2B5EF4-FFF2-40B4-BE49-F238E27FC236}">
                <a16:creationId xmlns:a16="http://schemas.microsoft.com/office/drawing/2014/main" id="{C1B2D925-6381-9A47-8EBA-795195C8ABB8}"/>
              </a:ext>
            </a:extLst>
          </p:cNvPr>
          <p:cNvSpPr>
            <a:spLocks noGrp="1"/>
          </p:cNvSpPr>
          <p:nvPr>
            <p:ph type="body" sz="quarter" idx="34" hasCustomPrompt="1"/>
          </p:nvPr>
        </p:nvSpPr>
        <p:spPr>
          <a:xfrm>
            <a:off x="1943998" y="2211834"/>
            <a:ext cx="3862800" cy="980644"/>
          </a:xfrm>
          <a:prstGeom prst="rect">
            <a:avLst/>
          </a:prstGeom>
        </p:spPr>
        <p:txBody>
          <a:bodyPr wrap="square" tIns="72000" anchor="b">
            <a:spAutoFit/>
          </a:bodyPr>
          <a:lstStyle>
            <a:lvl1pPr marL="0" indent="0">
              <a:lnSpc>
                <a:spcPct val="100000"/>
              </a:lnSpc>
              <a:buNone/>
              <a:defRPr sz="14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22" name="Image">
            <a:extLst>
              <a:ext uri="{FF2B5EF4-FFF2-40B4-BE49-F238E27FC236}">
                <a16:creationId xmlns:a16="http://schemas.microsoft.com/office/drawing/2014/main" id="{822A80EC-B1B0-3442-829C-CAFABB882D10}"/>
              </a:ext>
            </a:extLst>
          </p:cNvPr>
          <p:cNvSpPr>
            <a:spLocks noGrp="1" noChangeAspect="1"/>
          </p:cNvSpPr>
          <p:nvPr>
            <p:ph type="pic" sz="quarter" idx="30"/>
          </p:nvPr>
        </p:nvSpPr>
        <p:spPr>
          <a:xfrm>
            <a:off x="5028407" y="3340920"/>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3" name="Text Placeholder 7">
            <a:extLst>
              <a:ext uri="{FF2B5EF4-FFF2-40B4-BE49-F238E27FC236}">
                <a16:creationId xmlns:a16="http://schemas.microsoft.com/office/drawing/2014/main" id="{8355F0FD-0400-F544-A20A-FFD2420BD67F}"/>
              </a:ext>
            </a:extLst>
          </p:cNvPr>
          <p:cNvSpPr>
            <a:spLocks noGrp="1"/>
          </p:cNvSpPr>
          <p:nvPr>
            <p:ph type="body" sz="quarter" idx="35" hasCustomPrompt="1"/>
          </p:nvPr>
        </p:nvSpPr>
        <p:spPr>
          <a:xfrm>
            <a:off x="6371592" y="4194182"/>
            <a:ext cx="2797200" cy="303536"/>
          </a:xfrm>
          <a:prstGeom prst="rect">
            <a:avLst/>
          </a:prstGeom>
        </p:spPr>
        <p:txBody>
          <a:bodyPr wrap="square" tIns="72000" anchor="t">
            <a:spAutoFit/>
          </a:bodyPr>
          <a:lstStyle>
            <a:lvl1pPr marL="0" indent="0">
              <a:lnSpc>
                <a:spcPct val="100000"/>
              </a:lnSpc>
              <a:spcBef>
                <a:spcPts val="1000"/>
              </a:spcBef>
              <a:buNone/>
              <a:defRPr sz="1200" b="0" i="0">
                <a:solidFill>
                  <a:schemeClr val="bg1"/>
                </a:solidFill>
                <a:latin typeface="Equip Light" panose="02000503000000020004" pitchFamily="2" charset="77"/>
              </a:defRPr>
            </a:lvl1pPr>
          </a:lstStyle>
          <a:p>
            <a:pPr lvl="0"/>
            <a:r>
              <a:rPr lang="en-GB"/>
              <a:t>Edit position</a:t>
            </a:r>
          </a:p>
        </p:txBody>
      </p:sp>
      <p:sp>
        <p:nvSpPr>
          <p:cNvPr id="24" name="Text Placeholder 7">
            <a:extLst>
              <a:ext uri="{FF2B5EF4-FFF2-40B4-BE49-F238E27FC236}">
                <a16:creationId xmlns:a16="http://schemas.microsoft.com/office/drawing/2014/main" id="{CEE37377-A5FF-9646-B596-C7E6C7268FEA}"/>
              </a:ext>
            </a:extLst>
          </p:cNvPr>
          <p:cNvSpPr>
            <a:spLocks noGrp="1"/>
          </p:cNvSpPr>
          <p:nvPr>
            <p:ph type="body" sz="quarter" idx="36" hasCustomPrompt="1"/>
          </p:nvPr>
        </p:nvSpPr>
        <p:spPr>
          <a:xfrm>
            <a:off x="6371592" y="3870748"/>
            <a:ext cx="2797200" cy="318924"/>
          </a:xfrm>
          <a:prstGeom prst="rect">
            <a:avLst/>
          </a:prstGeom>
        </p:spPr>
        <p:txBody>
          <a:bodyPr wrap="square" tIns="72000" anchor="t">
            <a:spAutoFit/>
          </a:bodyPr>
          <a:lstStyle>
            <a:lvl1pPr marL="0" indent="0">
              <a:lnSpc>
                <a:spcPct val="100000"/>
              </a:lnSpc>
              <a:buNone/>
              <a:defRPr sz="1300" b="1" i="0">
                <a:solidFill>
                  <a:schemeClr val="tx1"/>
                </a:solidFill>
                <a:latin typeface="Equip Extended" panose="02000503030000020004" pitchFamily="2" charset="77"/>
              </a:defRPr>
            </a:lvl1pPr>
          </a:lstStyle>
          <a:p>
            <a:pPr lvl="0"/>
            <a:r>
              <a:rPr lang="en-GB"/>
              <a:t>Edit name</a:t>
            </a:r>
          </a:p>
        </p:txBody>
      </p:sp>
      <p:sp>
        <p:nvSpPr>
          <p:cNvPr id="31" name="Text Placeholder 7">
            <a:extLst>
              <a:ext uri="{FF2B5EF4-FFF2-40B4-BE49-F238E27FC236}">
                <a16:creationId xmlns:a16="http://schemas.microsoft.com/office/drawing/2014/main" id="{D30342F4-2876-3240-A7F5-9346EEB55FF4}"/>
              </a:ext>
            </a:extLst>
          </p:cNvPr>
          <p:cNvSpPr>
            <a:spLocks noGrp="1"/>
          </p:cNvSpPr>
          <p:nvPr>
            <p:ph type="body" sz="quarter" idx="37" hasCustomPrompt="1"/>
          </p:nvPr>
        </p:nvSpPr>
        <p:spPr>
          <a:xfrm>
            <a:off x="6371593" y="2636873"/>
            <a:ext cx="3862800" cy="980644"/>
          </a:xfrm>
          <a:prstGeom prst="rect">
            <a:avLst/>
          </a:prstGeom>
        </p:spPr>
        <p:txBody>
          <a:bodyPr wrap="square" tIns="72000" anchor="b">
            <a:spAutoFit/>
          </a:bodyPr>
          <a:lstStyle>
            <a:lvl1pPr marL="0" indent="0">
              <a:lnSpc>
                <a:spcPct val="100000"/>
              </a:lnSpc>
              <a:buNone/>
              <a:defRPr sz="14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33" name="Image">
            <a:extLst>
              <a:ext uri="{FF2B5EF4-FFF2-40B4-BE49-F238E27FC236}">
                <a16:creationId xmlns:a16="http://schemas.microsoft.com/office/drawing/2014/main" id="{A8684A1C-A560-DE49-AD50-647BDB254A86}"/>
              </a:ext>
            </a:extLst>
          </p:cNvPr>
          <p:cNvSpPr>
            <a:spLocks noGrp="1" noChangeAspect="1"/>
          </p:cNvSpPr>
          <p:nvPr>
            <p:ph type="pic" sz="quarter" idx="38"/>
          </p:nvPr>
        </p:nvSpPr>
        <p:spPr>
          <a:xfrm>
            <a:off x="9456002" y="3765959"/>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34" name="Title 1">
            <a:extLst>
              <a:ext uri="{FF2B5EF4-FFF2-40B4-BE49-F238E27FC236}">
                <a16:creationId xmlns:a16="http://schemas.microsoft.com/office/drawing/2014/main" id="{072889E0-E7E5-E147-843C-BE83DEDDF915}"/>
              </a:ext>
            </a:extLst>
          </p:cNvPr>
          <p:cNvSpPr>
            <a:spLocks noGrp="1"/>
          </p:cNvSpPr>
          <p:nvPr>
            <p:ph type="title" hasCustomPrompt="1"/>
          </p:nvPr>
        </p:nvSpPr>
        <p:spPr>
          <a:xfrm>
            <a:off x="626399" y="481125"/>
            <a:ext cx="5065199" cy="488201"/>
          </a:xfrm>
          <a:prstGeom prst="rect">
            <a:avLst/>
          </a:prstGeom>
        </p:spPr>
        <p:txBody>
          <a:bodyPr tIns="72000" anchor="t">
            <a:spAutoFit/>
          </a:bodyPr>
          <a:lstStyle>
            <a:lvl1pPr>
              <a:lnSpc>
                <a:spcPct val="100000"/>
              </a:lnSpc>
              <a:defRPr sz="2400" b="1" i="0">
                <a:solidFill>
                  <a:schemeClr val="bg1"/>
                </a:solidFill>
                <a:latin typeface="Equip Extended" panose="02000503030000020004" pitchFamily="2" charset="77"/>
              </a:defRPr>
            </a:lvl1pPr>
          </a:lstStyle>
          <a:p>
            <a:r>
              <a:rPr lang="en-GB"/>
              <a:t>Edit title</a:t>
            </a:r>
            <a:endParaRPr lang="en-PT"/>
          </a:p>
        </p:txBody>
      </p:sp>
      <p:sp>
        <p:nvSpPr>
          <p:cNvPr id="35" name="Text Placeholder 7">
            <a:extLst>
              <a:ext uri="{FF2B5EF4-FFF2-40B4-BE49-F238E27FC236}">
                <a16:creationId xmlns:a16="http://schemas.microsoft.com/office/drawing/2014/main" id="{191DEFED-AA81-4D42-88DF-A4B7EFBEDCBB}"/>
              </a:ext>
            </a:extLst>
          </p:cNvPr>
          <p:cNvSpPr>
            <a:spLocks noGrp="1"/>
          </p:cNvSpPr>
          <p:nvPr>
            <p:ph type="body" sz="quarter" idx="29" hasCustomPrompt="1"/>
          </p:nvPr>
        </p:nvSpPr>
        <p:spPr>
          <a:xfrm>
            <a:off x="626401" y="930188"/>
            <a:ext cx="5065200" cy="365091"/>
          </a:xfrm>
          <a:prstGeom prst="rect">
            <a:avLst/>
          </a:prstGeom>
        </p:spPr>
        <p:txBody>
          <a:bodyPr wrap="square" tIns="72000" anchor="t">
            <a:spAutoFit/>
          </a:bodyPr>
          <a:lstStyle>
            <a:lvl1pPr marL="0" indent="0">
              <a:lnSpc>
                <a:spcPct val="100000"/>
              </a:lnSpc>
              <a:buNone/>
              <a:defRPr sz="1600" b="0" i="0">
                <a:solidFill>
                  <a:schemeClr val="bg1"/>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2399749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2_3_Info Quotes Blu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A87CDB-10A3-0E42-8920-0747E24E9DEE}"/>
              </a:ext>
            </a:extLst>
          </p:cNvPr>
          <p:cNvSpPr/>
          <p:nvPr userDrawn="1"/>
        </p:nvSpPr>
        <p:spPr>
          <a:xfrm>
            <a:off x="5691598" y="0"/>
            <a:ext cx="650040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7010399" y="2602167"/>
            <a:ext cx="2797200" cy="288147"/>
          </a:xfrm>
          <a:prstGeom prst="rect">
            <a:avLst/>
          </a:prstGeom>
        </p:spPr>
        <p:txBody>
          <a:bodyPr wrap="square" tIns="72000" anchor="t">
            <a:spAutoFit/>
          </a:bodyPr>
          <a:lstStyle>
            <a:lvl1pPr marL="0" indent="0">
              <a:lnSpc>
                <a:spcPct val="100000"/>
              </a:lnSpc>
              <a:spcBef>
                <a:spcPts val="1000"/>
              </a:spcBef>
              <a:buNone/>
              <a:defRPr sz="1100" b="0" i="0">
                <a:solidFill>
                  <a:schemeClr val="bg1"/>
                </a:solidFill>
                <a:latin typeface="Equip Light" panose="02000503000000020004" pitchFamily="2" charset="77"/>
              </a:defRPr>
            </a:lvl1pPr>
          </a:lstStyle>
          <a:p>
            <a:pPr lvl="0"/>
            <a:r>
              <a:rPr lang="en-GB"/>
              <a:t>Edit position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7010399" y="2278733"/>
            <a:ext cx="2797200" cy="303536"/>
          </a:xfrm>
          <a:prstGeom prst="rect">
            <a:avLst/>
          </a:prstGeom>
        </p:spPr>
        <p:txBody>
          <a:bodyPr wrap="square" tIns="72000" anchor="t">
            <a:spAutoFit/>
          </a:bodyPr>
          <a:lstStyle>
            <a:lvl1pPr marL="0" indent="0">
              <a:lnSpc>
                <a:spcPct val="100000"/>
              </a:lnSpc>
              <a:buNone/>
              <a:defRPr sz="1200" b="1" i="0">
                <a:solidFill>
                  <a:schemeClr val="tx1"/>
                </a:solidFill>
                <a:latin typeface="Equip Extended" panose="02000503030000020004" pitchFamily="2" charset="77"/>
              </a:defRPr>
            </a:lvl1pPr>
          </a:lstStyle>
          <a:p>
            <a:pPr lvl="0"/>
            <a:r>
              <a:rPr lang="en-GB"/>
              <a:t>Edit name</a:t>
            </a:r>
          </a:p>
        </p:txBody>
      </p:sp>
      <p:sp>
        <p:nvSpPr>
          <p:cNvPr id="3" name="TextBox 2">
            <a:extLst>
              <a:ext uri="{FF2B5EF4-FFF2-40B4-BE49-F238E27FC236}">
                <a16:creationId xmlns:a16="http://schemas.microsoft.com/office/drawing/2014/main" id="{887C61D2-B01E-A14D-A3C4-B70E84D40EC0}"/>
              </a:ext>
            </a:extLst>
          </p:cNvPr>
          <p:cNvSpPr txBox="1"/>
          <p:nvPr userDrawn="1"/>
        </p:nvSpPr>
        <p:spPr>
          <a:xfrm>
            <a:off x="6333156" y="326194"/>
            <a:ext cx="630301" cy="1323439"/>
          </a:xfrm>
          <a:prstGeom prst="rect">
            <a:avLst/>
          </a:prstGeom>
          <a:noFill/>
        </p:spPr>
        <p:txBody>
          <a:bodyPr wrap="none" rtlCol="0">
            <a:spAutoFit/>
          </a:bodyPr>
          <a:lstStyle/>
          <a:p>
            <a:r>
              <a:rPr lang="en-PT" sz="8000" b="1" i="0">
                <a:solidFill>
                  <a:schemeClr val="tx1"/>
                </a:solidFill>
                <a:latin typeface="Equip Extended" panose="02000503030000020004" pitchFamily="2" charset="77"/>
              </a:rPr>
              <a:t>“</a:t>
            </a:r>
          </a:p>
        </p:txBody>
      </p:sp>
      <p:sp>
        <p:nvSpPr>
          <p:cNvPr id="20" name="TextBox 19">
            <a:extLst>
              <a:ext uri="{FF2B5EF4-FFF2-40B4-BE49-F238E27FC236}">
                <a16:creationId xmlns:a16="http://schemas.microsoft.com/office/drawing/2014/main" id="{649D3518-BE06-3C4F-9B82-13D47749E849}"/>
              </a:ext>
            </a:extLst>
          </p:cNvPr>
          <p:cNvSpPr txBox="1"/>
          <p:nvPr userDrawn="1"/>
        </p:nvSpPr>
        <p:spPr>
          <a:xfrm>
            <a:off x="10925052" y="5626330"/>
            <a:ext cx="628698" cy="1323439"/>
          </a:xfrm>
          <a:prstGeom prst="rect">
            <a:avLst/>
          </a:prstGeom>
          <a:noFill/>
        </p:spPr>
        <p:txBody>
          <a:bodyPr wrap="none" rtlCol="0" anchor="b">
            <a:noAutofit/>
          </a:bodyPr>
          <a:lstStyle/>
          <a:p>
            <a:r>
              <a:rPr lang="en-PT" sz="8000" b="1" i="0">
                <a:solidFill>
                  <a:schemeClr val="tx1"/>
                </a:solidFill>
                <a:latin typeface="Equip Extended" panose="02000503030000020004" pitchFamily="2" charset="77"/>
              </a:rPr>
              <a:t>”</a:t>
            </a:r>
          </a:p>
        </p:txBody>
      </p:sp>
      <p:sp>
        <p:nvSpPr>
          <p:cNvPr id="21" name="Text Placeholder 7">
            <a:extLst>
              <a:ext uri="{FF2B5EF4-FFF2-40B4-BE49-F238E27FC236}">
                <a16:creationId xmlns:a16="http://schemas.microsoft.com/office/drawing/2014/main" id="{C1B2D925-6381-9A47-8EBA-795195C8ABB8}"/>
              </a:ext>
            </a:extLst>
          </p:cNvPr>
          <p:cNvSpPr>
            <a:spLocks noGrp="1"/>
          </p:cNvSpPr>
          <p:nvPr>
            <p:ph type="body" sz="quarter" idx="34" hasCustomPrompt="1"/>
          </p:nvPr>
        </p:nvSpPr>
        <p:spPr>
          <a:xfrm>
            <a:off x="7010400" y="1220223"/>
            <a:ext cx="3862800" cy="857533"/>
          </a:xfrm>
          <a:prstGeom prst="rect">
            <a:avLst/>
          </a:prstGeom>
        </p:spPr>
        <p:txBody>
          <a:bodyPr wrap="square" tIns="72000" anchor="t">
            <a:spAutoFit/>
          </a:bodyPr>
          <a:lstStyle>
            <a:lvl1pPr marL="0" indent="0">
              <a:lnSpc>
                <a:spcPct val="100000"/>
              </a:lnSpc>
              <a:buNone/>
              <a:defRPr sz="12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22" name="Image">
            <a:extLst>
              <a:ext uri="{FF2B5EF4-FFF2-40B4-BE49-F238E27FC236}">
                <a16:creationId xmlns:a16="http://schemas.microsoft.com/office/drawing/2014/main" id="{822A80EC-B1B0-3442-829C-CAFABB882D10}"/>
              </a:ext>
            </a:extLst>
          </p:cNvPr>
          <p:cNvSpPr>
            <a:spLocks noGrp="1" noChangeAspect="1"/>
          </p:cNvSpPr>
          <p:nvPr>
            <p:ph type="pic" sz="quarter" idx="30"/>
          </p:nvPr>
        </p:nvSpPr>
        <p:spPr>
          <a:xfrm>
            <a:off x="10094809" y="2173944"/>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3" name="Text Placeholder 7">
            <a:extLst>
              <a:ext uri="{FF2B5EF4-FFF2-40B4-BE49-F238E27FC236}">
                <a16:creationId xmlns:a16="http://schemas.microsoft.com/office/drawing/2014/main" id="{8355F0FD-0400-F544-A20A-FFD2420BD67F}"/>
              </a:ext>
            </a:extLst>
          </p:cNvPr>
          <p:cNvSpPr>
            <a:spLocks noGrp="1"/>
          </p:cNvSpPr>
          <p:nvPr>
            <p:ph type="body" sz="quarter" idx="35" hasCustomPrompt="1"/>
          </p:nvPr>
        </p:nvSpPr>
        <p:spPr>
          <a:xfrm>
            <a:off x="7010399" y="4794190"/>
            <a:ext cx="2797200" cy="288147"/>
          </a:xfrm>
          <a:prstGeom prst="rect">
            <a:avLst/>
          </a:prstGeom>
        </p:spPr>
        <p:txBody>
          <a:bodyPr wrap="square" tIns="72000" anchor="t">
            <a:spAutoFit/>
          </a:bodyPr>
          <a:lstStyle>
            <a:lvl1pPr marL="0" indent="0">
              <a:lnSpc>
                <a:spcPct val="100000"/>
              </a:lnSpc>
              <a:spcBef>
                <a:spcPts val="1000"/>
              </a:spcBef>
              <a:buNone/>
              <a:defRPr sz="1100" b="0" i="0">
                <a:solidFill>
                  <a:schemeClr val="bg1"/>
                </a:solidFill>
                <a:latin typeface="Equip Light" panose="02000503000000020004" pitchFamily="2" charset="77"/>
              </a:defRPr>
            </a:lvl1pPr>
          </a:lstStyle>
          <a:p>
            <a:pPr lvl="0"/>
            <a:r>
              <a:rPr lang="en-GB"/>
              <a:t>Edit position</a:t>
            </a:r>
          </a:p>
        </p:txBody>
      </p:sp>
      <p:sp>
        <p:nvSpPr>
          <p:cNvPr id="24" name="Text Placeholder 7">
            <a:extLst>
              <a:ext uri="{FF2B5EF4-FFF2-40B4-BE49-F238E27FC236}">
                <a16:creationId xmlns:a16="http://schemas.microsoft.com/office/drawing/2014/main" id="{CEE37377-A5FF-9646-B596-C7E6C7268FEA}"/>
              </a:ext>
            </a:extLst>
          </p:cNvPr>
          <p:cNvSpPr>
            <a:spLocks noGrp="1"/>
          </p:cNvSpPr>
          <p:nvPr>
            <p:ph type="body" sz="quarter" idx="36" hasCustomPrompt="1"/>
          </p:nvPr>
        </p:nvSpPr>
        <p:spPr>
          <a:xfrm>
            <a:off x="7010399" y="4470756"/>
            <a:ext cx="2797200" cy="303536"/>
          </a:xfrm>
          <a:prstGeom prst="rect">
            <a:avLst/>
          </a:prstGeom>
        </p:spPr>
        <p:txBody>
          <a:bodyPr wrap="square" tIns="72000" anchor="t">
            <a:spAutoFit/>
          </a:bodyPr>
          <a:lstStyle>
            <a:lvl1pPr marL="0" indent="0">
              <a:lnSpc>
                <a:spcPct val="100000"/>
              </a:lnSpc>
              <a:buNone/>
              <a:defRPr sz="1200" b="1" i="0">
                <a:solidFill>
                  <a:schemeClr val="tx1"/>
                </a:solidFill>
                <a:latin typeface="Equip Extended" panose="02000503030000020004" pitchFamily="2" charset="77"/>
              </a:defRPr>
            </a:lvl1pPr>
          </a:lstStyle>
          <a:p>
            <a:pPr lvl="0"/>
            <a:r>
              <a:rPr lang="en-GB"/>
              <a:t>Edit name</a:t>
            </a:r>
          </a:p>
        </p:txBody>
      </p:sp>
      <p:sp>
        <p:nvSpPr>
          <p:cNvPr id="31" name="Text Placeholder 7">
            <a:extLst>
              <a:ext uri="{FF2B5EF4-FFF2-40B4-BE49-F238E27FC236}">
                <a16:creationId xmlns:a16="http://schemas.microsoft.com/office/drawing/2014/main" id="{D30342F4-2876-3240-A7F5-9346EEB55FF4}"/>
              </a:ext>
            </a:extLst>
          </p:cNvPr>
          <p:cNvSpPr>
            <a:spLocks noGrp="1"/>
          </p:cNvSpPr>
          <p:nvPr>
            <p:ph type="body" sz="quarter" idx="37" hasCustomPrompt="1"/>
          </p:nvPr>
        </p:nvSpPr>
        <p:spPr>
          <a:xfrm>
            <a:off x="7010400" y="3412246"/>
            <a:ext cx="3862800" cy="857533"/>
          </a:xfrm>
          <a:prstGeom prst="rect">
            <a:avLst/>
          </a:prstGeom>
        </p:spPr>
        <p:txBody>
          <a:bodyPr wrap="square" tIns="72000" anchor="t">
            <a:spAutoFit/>
          </a:bodyPr>
          <a:lstStyle>
            <a:lvl1pPr marL="0" indent="0">
              <a:lnSpc>
                <a:spcPct val="100000"/>
              </a:lnSpc>
              <a:buNone/>
              <a:defRPr sz="12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33" name="Image">
            <a:extLst>
              <a:ext uri="{FF2B5EF4-FFF2-40B4-BE49-F238E27FC236}">
                <a16:creationId xmlns:a16="http://schemas.microsoft.com/office/drawing/2014/main" id="{A8684A1C-A560-DE49-AD50-647BDB254A86}"/>
              </a:ext>
            </a:extLst>
          </p:cNvPr>
          <p:cNvSpPr>
            <a:spLocks noGrp="1" noChangeAspect="1"/>
          </p:cNvSpPr>
          <p:nvPr>
            <p:ph type="pic" sz="quarter" idx="38"/>
          </p:nvPr>
        </p:nvSpPr>
        <p:spPr>
          <a:xfrm>
            <a:off x="10094809" y="4365967"/>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17" name="Text Placeholder 7">
            <a:extLst>
              <a:ext uri="{FF2B5EF4-FFF2-40B4-BE49-F238E27FC236}">
                <a16:creationId xmlns:a16="http://schemas.microsoft.com/office/drawing/2014/main" id="{C4E74E73-E5E9-9A4B-B770-38AF5E5DD240}"/>
              </a:ext>
            </a:extLst>
          </p:cNvPr>
          <p:cNvSpPr>
            <a:spLocks noGrp="1"/>
          </p:cNvSpPr>
          <p:nvPr>
            <p:ph type="body" sz="quarter" idx="10" hasCustomPrompt="1"/>
          </p:nvPr>
        </p:nvSpPr>
        <p:spPr>
          <a:xfrm>
            <a:off x="639385" y="5876515"/>
            <a:ext cx="4332213"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Content Placeholder 5">
            <a:extLst>
              <a:ext uri="{FF2B5EF4-FFF2-40B4-BE49-F238E27FC236}">
                <a16:creationId xmlns:a16="http://schemas.microsoft.com/office/drawing/2014/main" id="{687D0E9D-AC0E-0C40-84D7-30F7F044763B}"/>
              </a:ext>
            </a:extLst>
          </p:cNvPr>
          <p:cNvSpPr>
            <a:spLocks noGrp="1"/>
          </p:cNvSpPr>
          <p:nvPr>
            <p:ph sz="quarter" idx="11"/>
          </p:nvPr>
        </p:nvSpPr>
        <p:spPr>
          <a:xfrm>
            <a:off x="626400" y="1602250"/>
            <a:ext cx="4332213" cy="402408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27" name="Title 1">
            <a:extLst>
              <a:ext uri="{FF2B5EF4-FFF2-40B4-BE49-F238E27FC236}">
                <a16:creationId xmlns:a16="http://schemas.microsoft.com/office/drawing/2014/main" id="{70F09E0D-5EBD-9240-BAA8-80440A6FA27A}"/>
              </a:ext>
            </a:extLst>
          </p:cNvPr>
          <p:cNvSpPr>
            <a:spLocks noGrp="1"/>
          </p:cNvSpPr>
          <p:nvPr>
            <p:ph type="title" hasCustomPrompt="1"/>
          </p:nvPr>
        </p:nvSpPr>
        <p:spPr>
          <a:xfrm>
            <a:off x="626400" y="481125"/>
            <a:ext cx="4332212"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8" name="Text Placeholder 7">
            <a:extLst>
              <a:ext uri="{FF2B5EF4-FFF2-40B4-BE49-F238E27FC236}">
                <a16:creationId xmlns:a16="http://schemas.microsoft.com/office/drawing/2014/main" id="{CEAD30E0-4523-D945-A80B-BD0036983D2D}"/>
              </a:ext>
            </a:extLst>
          </p:cNvPr>
          <p:cNvSpPr>
            <a:spLocks noGrp="1"/>
          </p:cNvSpPr>
          <p:nvPr>
            <p:ph type="body" sz="quarter" idx="29" hasCustomPrompt="1"/>
          </p:nvPr>
        </p:nvSpPr>
        <p:spPr>
          <a:xfrm>
            <a:off x="626401" y="930188"/>
            <a:ext cx="4332211"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1939076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2_4_Info Quotes Purpl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A87CDB-10A3-0E42-8920-0747E24E9DEE}"/>
              </a:ext>
            </a:extLst>
          </p:cNvPr>
          <p:cNvSpPr/>
          <p:nvPr userDrawn="1"/>
        </p:nvSpPr>
        <p:spPr>
          <a:xfrm>
            <a:off x="5691598" y="0"/>
            <a:ext cx="650040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T"/>
          </a:p>
        </p:txBody>
      </p:sp>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803600" y="379903"/>
            <a:ext cx="813599" cy="715078"/>
          </a:xfrm>
          <a:prstGeom prst="rect">
            <a:avLst/>
          </a:prstGeom>
        </p:spPr>
      </p:pic>
      <p:sp>
        <p:nvSpPr>
          <p:cNvPr id="11" name="Text Placeholder 7">
            <a:extLst>
              <a:ext uri="{FF2B5EF4-FFF2-40B4-BE49-F238E27FC236}">
                <a16:creationId xmlns:a16="http://schemas.microsoft.com/office/drawing/2014/main" id="{8AF0AA4A-3D78-AA42-9365-40DCCB579274}"/>
              </a:ext>
            </a:extLst>
          </p:cNvPr>
          <p:cNvSpPr>
            <a:spLocks noGrp="1"/>
          </p:cNvSpPr>
          <p:nvPr>
            <p:ph type="body" sz="quarter" idx="12" hasCustomPrompt="1"/>
          </p:nvPr>
        </p:nvSpPr>
        <p:spPr>
          <a:xfrm>
            <a:off x="7010399" y="2602167"/>
            <a:ext cx="2797200" cy="288147"/>
          </a:xfrm>
          <a:prstGeom prst="rect">
            <a:avLst/>
          </a:prstGeom>
        </p:spPr>
        <p:txBody>
          <a:bodyPr wrap="square" tIns="72000" anchor="t">
            <a:spAutoFit/>
          </a:bodyPr>
          <a:lstStyle>
            <a:lvl1pPr marL="0" indent="0">
              <a:lnSpc>
                <a:spcPct val="100000"/>
              </a:lnSpc>
              <a:spcBef>
                <a:spcPts val="1000"/>
              </a:spcBef>
              <a:buNone/>
              <a:defRPr sz="1100" b="0" i="0">
                <a:solidFill>
                  <a:schemeClr val="bg1"/>
                </a:solidFill>
                <a:latin typeface="Equip Light" panose="02000503000000020004" pitchFamily="2" charset="77"/>
              </a:defRPr>
            </a:lvl1pPr>
          </a:lstStyle>
          <a:p>
            <a:pPr lvl="0"/>
            <a:r>
              <a:rPr lang="en-GB"/>
              <a:t>Edit position</a:t>
            </a:r>
          </a:p>
        </p:txBody>
      </p:sp>
      <p:sp>
        <p:nvSpPr>
          <p:cNvPr id="13" name="Text Placeholder 7">
            <a:extLst>
              <a:ext uri="{FF2B5EF4-FFF2-40B4-BE49-F238E27FC236}">
                <a16:creationId xmlns:a16="http://schemas.microsoft.com/office/drawing/2014/main" id="{DD0C16C5-C102-A243-B3AE-D3937AD81F62}"/>
              </a:ext>
            </a:extLst>
          </p:cNvPr>
          <p:cNvSpPr>
            <a:spLocks noGrp="1"/>
          </p:cNvSpPr>
          <p:nvPr>
            <p:ph type="body" sz="quarter" idx="13" hasCustomPrompt="1"/>
          </p:nvPr>
        </p:nvSpPr>
        <p:spPr>
          <a:xfrm>
            <a:off x="7010399" y="2278733"/>
            <a:ext cx="2797200" cy="303536"/>
          </a:xfrm>
          <a:prstGeom prst="rect">
            <a:avLst/>
          </a:prstGeom>
        </p:spPr>
        <p:txBody>
          <a:bodyPr wrap="square" tIns="72000" anchor="t">
            <a:spAutoFit/>
          </a:bodyPr>
          <a:lstStyle>
            <a:lvl1pPr marL="0" indent="0">
              <a:lnSpc>
                <a:spcPct val="100000"/>
              </a:lnSpc>
              <a:buNone/>
              <a:defRPr sz="1200" b="1" i="0">
                <a:solidFill>
                  <a:schemeClr val="tx1"/>
                </a:solidFill>
                <a:latin typeface="Equip Extended" panose="02000503030000020004" pitchFamily="2" charset="77"/>
              </a:defRPr>
            </a:lvl1pPr>
          </a:lstStyle>
          <a:p>
            <a:pPr lvl="0"/>
            <a:r>
              <a:rPr lang="en-GB"/>
              <a:t>Edit name</a:t>
            </a:r>
          </a:p>
        </p:txBody>
      </p:sp>
      <p:sp>
        <p:nvSpPr>
          <p:cNvPr id="3" name="TextBox 2">
            <a:extLst>
              <a:ext uri="{FF2B5EF4-FFF2-40B4-BE49-F238E27FC236}">
                <a16:creationId xmlns:a16="http://schemas.microsoft.com/office/drawing/2014/main" id="{887C61D2-B01E-A14D-A3C4-B70E84D40EC0}"/>
              </a:ext>
            </a:extLst>
          </p:cNvPr>
          <p:cNvSpPr txBox="1"/>
          <p:nvPr userDrawn="1"/>
        </p:nvSpPr>
        <p:spPr>
          <a:xfrm>
            <a:off x="6333156" y="326194"/>
            <a:ext cx="630301" cy="1323439"/>
          </a:xfrm>
          <a:prstGeom prst="rect">
            <a:avLst/>
          </a:prstGeom>
          <a:noFill/>
        </p:spPr>
        <p:txBody>
          <a:bodyPr wrap="none" rtlCol="0">
            <a:spAutoFit/>
          </a:bodyPr>
          <a:lstStyle/>
          <a:p>
            <a:r>
              <a:rPr lang="en-PT" sz="8000" b="1" i="0">
                <a:solidFill>
                  <a:schemeClr val="tx1"/>
                </a:solidFill>
                <a:latin typeface="Equip Extended" panose="02000503030000020004" pitchFamily="2" charset="77"/>
              </a:rPr>
              <a:t>“</a:t>
            </a:r>
          </a:p>
        </p:txBody>
      </p:sp>
      <p:sp>
        <p:nvSpPr>
          <p:cNvPr id="20" name="TextBox 19">
            <a:extLst>
              <a:ext uri="{FF2B5EF4-FFF2-40B4-BE49-F238E27FC236}">
                <a16:creationId xmlns:a16="http://schemas.microsoft.com/office/drawing/2014/main" id="{649D3518-BE06-3C4F-9B82-13D47749E849}"/>
              </a:ext>
            </a:extLst>
          </p:cNvPr>
          <p:cNvSpPr txBox="1"/>
          <p:nvPr userDrawn="1"/>
        </p:nvSpPr>
        <p:spPr>
          <a:xfrm>
            <a:off x="10925052" y="5626330"/>
            <a:ext cx="628698" cy="1323439"/>
          </a:xfrm>
          <a:prstGeom prst="rect">
            <a:avLst/>
          </a:prstGeom>
          <a:noFill/>
        </p:spPr>
        <p:txBody>
          <a:bodyPr wrap="none" rtlCol="0" anchor="b">
            <a:noAutofit/>
          </a:bodyPr>
          <a:lstStyle/>
          <a:p>
            <a:r>
              <a:rPr lang="en-PT" sz="8000" b="1" i="0">
                <a:solidFill>
                  <a:schemeClr val="tx1"/>
                </a:solidFill>
                <a:latin typeface="Equip Extended" panose="02000503030000020004" pitchFamily="2" charset="77"/>
              </a:rPr>
              <a:t>”</a:t>
            </a:r>
          </a:p>
        </p:txBody>
      </p:sp>
      <p:sp>
        <p:nvSpPr>
          <p:cNvPr id="21" name="Text Placeholder 7">
            <a:extLst>
              <a:ext uri="{FF2B5EF4-FFF2-40B4-BE49-F238E27FC236}">
                <a16:creationId xmlns:a16="http://schemas.microsoft.com/office/drawing/2014/main" id="{C1B2D925-6381-9A47-8EBA-795195C8ABB8}"/>
              </a:ext>
            </a:extLst>
          </p:cNvPr>
          <p:cNvSpPr>
            <a:spLocks noGrp="1"/>
          </p:cNvSpPr>
          <p:nvPr>
            <p:ph type="body" sz="quarter" idx="34" hasCustomPrompt="1"/>
          </p:nvPr>
        </p:nvSpPr>
        <p:spPr>
          <a:xfrm>
            <a:off x="7010400" y="1220223"/>
            <a:ext cx="3862800" cy="857533"/>
          </a:xfrm>
          <a:prstGeom prst="rect">
            <a:avLst/>
          </a:prstGeom>
        </p:spPr>
        <p:txBody>
          <a:bodyPr wrap="square" tIns="72000" anchor="t">
            <a:spAutoFit/>
          </a:bodyPr>
          <a:lstStyle>
            <a:lvl1pPr marL="0" indent="0">
              <a:lnSpc>
                <a:spcPct val="100000"/>
              </a:lnSpc>
              <a:buNone/>
              <a:defRPr sz="12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22" name="Image">
            <a:extLst>
              <a:ext uri="{FF2B5EF4-FFF2-40B4-BE49-F238E27FC236}">
                <a16:creationId xmlns:a16="http://schemas.microsoft.com/office/drawing/2014/main" id="{822A80EC-B1B0-3442-829C-CAFABB882D10}"/>
              </a:ext>
            </a:extLst>
          </p:cNvPr>
          <p:cNvSpPr>
            <a:spLocks noGrp="1" noChangeAspect="1"/>
          </p:cNvSpPr>
          <p:nvPr>
            <p:ph type="pic" sz="quarter" idx="30"/>
          </p:nvPr>
        </p:nvSpPr>
        <p:spPr>
          <a:xfrm>
            <a:off x="10094809" y="2173944"/>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3" name="Text Placeholder 7">
            <a:extLst>
              <a:ext uri="{FF2B5EF4-FFF2-40B4-BE49-F238E27FC236}">
                <a16:creationId xmlns:a16="http://schemas.microsoft.com/office/drawing/2014/main" id="{8355F0FD-0400-F544-A20A-FFD2420BD67F}"/>
              </a:ext>
            </a:extLst>
          </p:cNvPr>
          <p:cNvSpPr>
            <a:spLocks noGrp="1"/>
          </p:cNvSpPr>
          <p:nvPr>
            <p:ph type="body" sz="quarter" idx="35" hasCustomPrompt="1"/>
          </p:nvPr>
        </p:nvSpPr>
        <p:spPr>
          <a:xfrm>
            <a:off x="7010399" y="4794190"/>
            <a:ext cx="2797200" cy="288147"/>
          </a:xfrm>
          <a:prstGeom prst="rect">
            <a:avLst/>
          </a:prstGeom>
        </p:spPr>
        <p:txBody>
          <a:bodyPr wrap="square" tIns="72000" anchor="t">
            <a:spAutoFit/>
          </a:bodyPr>
          <a:lstStyle>
            <a:lvl1pPr marL="0" indent="0">
              <a:lnSpc>
                <a:spcPct val="100000"/>
              </a:lnSpc>
              <a:spcBef>
                <a:spcPts val="1000"/>
              </a:spcBef>
              <a:buNone/>
              <a:defRPr sz="1100" b="0" i="0">
                <a:solidFill>
                  <a:schemeClr val="bg1"/>
                </a:solidFill>
                <a:latin typeface="Equip Light" panose="02000503000000020004" pitchFamily="2" charset="77"/>
              </a:defRPr>
            </a:lvl1pPr>
          </a:lstStyle>
          <a:p>
            <a:pPr lvl="0"/>
            <a:r>
              <a:rPr lang="en-GB"/>
              <a:t>Edit position</a:t>
            </a:r>
          </a:p>
        </p:txBody>
      </p:sp>
      <p:sp>
        <p:nvSpPr>
          <p:cNvPr id="24" name="Text Placeholder 7">
            <a:extLst>
              <a:ext uri="{FF2B5EF4-FFF2-40B4-BE49-F238E27FC236}">
                <a16:creationId xmlns:a16="http://schemas.microsoft.com/office/drawing/2014/main" id="{CEE37377-A5FF-9646-B596-C7E6C7268FEA}"/>
              </a:ext>
            </a:extLst>
          </p:cNvPr>
          <p:cNvSpPr>
            <a:spLocks noGrp="1"/>
          </p:cNvSpPr>
          <p:nvPr>
            <p:ph type="body" sz="quarter" idx="36" hasCustomPrompt="1"/>
          </p:nvPr>
        </p:nvSpPr>
        <p:spPr>
          <a:xfrm>
            <a:off x="7010399" y="4470756"/>
            <a:ext cx="2797200" cy="303536"/>
          </a:xfrm>
          <a:prstGeom prst="rect">
            <a:avLst/>
          </a:prstGeom>
        </p:spPr>
        <p:txBody>
          <a:bodyPr wrap="square" tIns="72000" anchor="t">
            <a:spAutoFit/>
          </a:bodyPr>
          <a:lstStyle>
            <a:lvl1pPr marL="0" indent="0">
              <a:lnSpc>
                <a:spcPct val="100000"/>
              </a:lnSpc>
              <a:buNone/>
              <a:defRPr sz="1200" b="1" i="0">
                <a:solidFill>
                  <a:schemeClr val="tx1"/>
                </a:solidFill>
                <a:latin typeface="Equip Extended" panose="02000503030000020004" pitchFamily="2" charset="77"/>
              </a:defRPr>
            </a:lvl1pPr>
          </a:lstStyle>
          <a:p>
            <a:pPr lvl="0"/>
            <a:r>
              <a:rPr lang="en-GB"/>
              <a:t>Edit name</a:t>
            </a:r>
          </a:p>
        </p:txBody>
      </p:sp>
      <p:sp>
        <p:nvSpPr>
          <p:cNvPr id="31" name="Text Placeholder 7">
            <a:extLst>
              <a:ext uri="{FF2B5EF4-FFF2-40B4-BE49-F238E27FC236}">
                <a16:creationId xmlns:a16="http://schemas.microsoft.com/office/drawing/2014/main" id="{D30342F4-2876-3240-A7F5-9346EEB55FF4}"/>
              </a:ext>
            </a:extLst>
          </p:cNvPr>
          <p:cNvSpPr>
            <a:spLocks noGrp="1"/>
          </p:cNvSpPr>
          <p:nvPr>
            <p:ph type="body" sz="quarter" idx="37" hasCustomPrompt="1"/>
          </p:nvPr>
        </p:nvSpPr>
        <p:spPr>
          <a:xfrm>
            <a:off x="7010400" y="3412246"/>
            <a:ext cx="3862800" cy="857533"/>
          </a:xfrm>
          <a:prstGeom prst="rect">
            <a:avLst/>
          </a:prstGeom>
        </p:spPr>
        <p:txBody>
          <a:bodyPr wrap="square" tIns="72000" anchor="t">
            <a:spAutoFit/>
          </a:bodyPr>
          <a:lstStyle>
            <a:lvl1pPr marL="0" indent="0">
              <a:lnSpc>
                <a:spcPct val="100000"/>
              </a:lnSpc>
              <a:buNone/>
              <a:defRPr sz="1200" b="0" i="1">
                <a:solidFill>
                  <a:schemeClr val="bg1"/>
                </a:solidFill>
                <a:latin typeface="Equip Extended Light" panose="02000503000000020004" pitchFamily="2" charset="77"/>
              </a:defRPr>
            </a:lvl1pPr>
          </a:lstStyle>
          <a:p>
            <a:pPr lvl="0"/>
            <a:r>
              <a:rPr lang="en-GB"/>
              <a:t>Nagarro behaves like a start-up,  ready for anything, very result  oriented and not dwindling until  we as a customer have gotten  what we want. </a:t>
            </a:r>
          </a:p>
        </p:txBody>
      </p:sp>
      <p:sp>
        <p:nvSpPr>
          <p:cNvPr id="33" name="Image">
            <a:extLst>
              <a:ext uri="{FF2B5EF4-FFF2-40B4-BE49-F238E27FC236}">
                <a16:creationId xmlns:a16="http://schemas.microsoft.com/office/drawing/2014/main" id="{A8684A1C-A560-DE49-AD50-647BDB254A86}"/>
              </a:ext>
            </a:extLst>
          </p:cNvPr>
          <p:cNvSpPr>
            <a:spLocks noGrp="1" noChangeAspect="1"/>
          </p:cNvSpPr>
          <p:nvPr>
            <p:ph type="pic" sz="quarter" idx="38"/>
          </p:nvPr>
        </p:nvSpPr>
        <p:spPr>
          <a:xfrm>
            <a:off x="10094809" y="4365967"/>
            <a:ext cx="792000" cy="792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17" name="Text Placeholder 7">
            <a:extLst>
              <a:ext uri="{FF2B5EF4-FFF2-40B4-BE49-F238E27FC236}">
                <a16:creationId xmlns:a16="http://schemas.microsoft.com/office/drawing/2014/main" id="{C4E74E73-E5E9-9A4B-B770-38AF5E5DD240}"/>
              </a:ext>
            </a:extLst>
          </p:cNvPr>
          <p:cNvSpPr>
            <a:spLocks noGrp="1"/>
          </p:cNvSpPr>
          <p:nvPr>
            <p:ph type="body" sz="quarter" idx="10" hasCustomPrompt="1"/>
          </p:nvPr>
        </p:nvSpPr>
        <p:spPr>
          <a:xfrm>
            <a:off x="639385" y="5876515"/>
            <a:ext cx="4332213"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26" name="Content Placeholder 5">
            <a:extLst>
              <a:ext uri="{FF2B5EF4-FFF2-40B4-BE49-F238E27FC236}">
                <a16:creationId xmlns:a16="http://schemas.microsoft.com/office/drawing/2014/main" id="{687D0E9D-AC0E-0C40-84D7-30F7F044763B}"/>
              </a:ext>
            </a:extLst>
          </p:cNvPr>
          <p:cNvSpPr>
            <a:spLocks noGrp="1"/>
          </p:cNvSpPr>
          <p:nvPr>
            <p:ph sz="quarter" idx="11"/>
          </p:nvPr>
        </p:nvSpPr>
        <p:spPr>
          <a:xfrm>
            <a:off x="626400" y="1602250"/>
            <a:ext cx="4332213" cy="402408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T"/>
          </a:p>
        </p:txBody>
      </p:sp>
      <p:sp>
        <p:nvSpPr>
          <p:cNvPr id="27" name="Title 1">
            <a:extLst>
              <a:ext uri="{FF2B5EF4-FFF2-40B4-BE49-F238E27FC236}">
                <a16:creationId xmlns:a16="http://schemas.microsoft.com/office/drawing/2014/main" id="{70F09E0D-5EBD-9240-BAA8-80440A6FA27A}"/>
              </a:ext>
            </a:extLst>
          </p:cNvPr>
          <p:cNvSpPr>
            <a:spLocks noGrp="1"/>
          </p:cNvSpPr>
          <p:nvPr>
            <p:ph type="title" hasCustomPrompt="1"/>
          </p:nvPr>
        </p:nvSpPr>
        <p:spPr>
          <a:xfrm>
            <a:off x="626400" y="481125"/>
            <a:ext cx="4332212" cy="488201"/>
          </a:xfrm>
          <a:prstGeom prst="rect">
            <a:avLst/>
          </a:prstGeom>
        </p:spPr>
        <p:txBody>
          <a:bodyPr wrap="square" tIns="72000" anchor="t">
            <a:spAutoFit/>
          </a:bodyPr>
          <a:lstStyle>
            <a:lvl1pPr>
              <a:lnSpc>
                <a:spcPct val="100000"/>
              </a:lnSpc>
              <a:defRPr sz="2400" b="1" i="0">
                <a:solidFill>
                  <a:schemeClr val="tx2"/>
                </a:solidFill>
                <a:latin typeface="Equip Extended" panose="02000503030000020004" pitchFamily="2" charset="77"/>
              </a:defRPr>
            </a:lvl1pPr>
          </a:lstStyle>
          <a:p>
            <a:r>
              <a:rPr lang="en-GB"/>
              <a:t>Edit title</a:t>
            </a:r>
            <a:endParaRPr lang="en-PT"/>
          </a:p>
        </p:txBody>
      </p:sp>
      <p:sp>
        <p:nvSpPr>
          <p:cNvPr id="28" name="Text Placeholder 7">
            <a:extLst>
              <a:ext uri="{FF2B5EF4-FFF2-40B4-BE49-F238E27FC236}">
                <a16:creationId xmlns:a16="http://schemas.microsoft.com/office/drawing/2014/main" id="{CEAD30E0-4523-D945-A80B-BD0036983D2D}"/>
              </a:ext>
            </a:extLst>
          </p:cNvPr>
          <p:cNvSpPr>
            <a:spLocks noGrp="1"/>
          </p:cNvSpPr>
          <p:nvPr>
            <p:ph type="body" sz="quarter" idx="29" hasCustomPrompt="1"/>
          </p:nvPr>
        </p:nvSpPr>
        <p:spPr>
          <a:xfrm>
            <a:off x="626401" y="930188"/>
            <a:ext cx="4332211" cy="365091"/>
          </a:xfrm>
          <a:prstGeom prst="rect">
            <a:avLst/>
          </a:prstGeom>
        </p:spPr>
        <p:txBody>
          <a:bodyPr wrap="square" tIns="72000" anchor="t">
            <a:spAutoFit/>
          </a:bodyPr>
          <a:lstStyle>
            <a:lvl1pPr marL="0" indent="0">
              <a:lnSpc>
                <a:spcPct val="100000"/>
              </a:lnSpc>
              <a:buNone/>
              <a:defRPr sz="1600" b="0" i="0">
                <a:solidFill>
                  <a:schemeClr val="tx2"/>
                </a:solidFill>
                <a:latin typeface="Equip Extended Light" panose="02000503000000020004" pitchFamily="2" charset="77"/>
              </a:defRPr>
            </a:lvl1pPr>
          </a:lstStyle>
          <a:p>
            <a:pPr lvl="0"/>
            <a:r>
              <a:rPr lang="en-GB"/>
              <a:t>Edit subtitle</a:t>
            </a:r>
          </a:p>
        </p:txBody>
      </p:sp>
    </p:spTree>
    <p:extLst>
      <p:ext uri="{BB962C8B-B14F-4D97-AF65-F5344CB8AC3E}">
        <p14:creationId xmlns:p14="http://schemas.microsoft.com/office/powerpoint/2010/main" val="362704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3_1_Presenter">
    <p:bg>
      <p:bgPr>
        <a:solidFill>
          <a:schemeClr val="bg1"/>
        </a:solidFill>
        <a:effectLst/>
      </p:bgPr>
    </p:bg>
    <p:spTree>
      <p:nvGrpSpPr>
        <p:cNvPr id="1" name=""/>
        <p:cNvGrpSpPr/>
        <p:nvPr/>
      </p:nvGrpSpPr>
      <p:grpSpPr>
        <a:xfrm>
          <a:off x="0" y="0"/>
          <a:ext cx="0" cy="0"/>
          <a:chOff x="0" y="0"/>
          <a:chExt cx="0" cy="0"/>
        </a:xfrm>
      </p:grpSpPr>
      <p:pic>
        <p:nvPicPr>
          <p:cNvPr id="25" name="r1Artboard 2edsw.pdf" descr="r1Artboard 2edsw.pdf">
            <a:extLst>
              <a:ext uri="{FF2B5EF4-FFF2-40B4-BE49-F238E27FC236}">
                <a16:creationId xmlns:a16="http://schemas.microsoft.com/office/drawing/2014/main" id="{26EA4B65-F354-BD45-A431-FFC265BFA1DE}"/>
              </a:ext>
            </a:extLst>
          </p:cNvPr>
          <p:cNvPicPr>
            <a:picLocks noChangeAspect="1"/>
          </p:cNvPicPr>
          <p:nvPr userDrawn="1"/>
        </p:nvPicPr>
        <p:blipFill rotWithShape="1">
          <a:blip r:embed="rId2">
            <a:alphaModFix amt="13000"/>
          </a:blip>
          <a:srcRect l="26596" b="37450"/>
          <a:stretch/>
        </p:blipFill>
        <p:spPr>
          <a:xfrm>
            <a:off x="0" y="3936274"/>
            <a:ext cx="4987211" cy="2921726"/>
          </a:xfrm>
          <a:prstGeom prst="rect">
            <a:avLst/>
          </a:prstGeom>
          <a:ln w="12700">
            <a:miter lim="400000"/>
          </a:ln>
        </p:spPr>
      </p:pic>
      <p:pic>
        <p:nvPicPr>
          <p:cNvPr id="5" name="Graphic 4">
            <a:extLst>
              <a:ext uri="{FF2B5EF4-FFF2-40B4-BE49-F238E27FC236}">
                <a16:creationId xmlns:a16="http://schemas.microsoft.com/office/drawing/2014/main" id="{8C8AA8FC-9960-6747-B69C-F61B41F26E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803600" y="379903"/>
            <a:ext cx="813599" cy="715078"/>
          </a:xfrm>
          <a:prstGeom prst="rect">
            <a:avLst/>
          </a:prstGeom>
        </p:spPr>
      </p:pic>
      <p:sp>
        <p:nvSpPr>
          <p:cNvPr id="12" name="Title 1">
            <a:extLst>
              <a:ext uri="{FF2B5EF4-FFF2-40B4-BE49-F238E27FC236}">
                <a16:creationId xmlns:a16="http://schemas.microsoft.com/office/drawing/2014/main" id="{E858A0AE-64B3-9A46-9934-8EC169C8ACA3}"/>
              </a:ext>
            </a:extLst>
          </p:cNvPr>
          <p:cNvSpPr>
            <a:spLocks noGrp="1"/>
          </p:cNvSpPr>
          <p:nvPr>
            <p:ph type="title" hasCustomPrompt="1"/>
          </p:nvPr>
        </p:nvSpPr>
        <p:spPr>
          <a:xfrm>
            <a:off x="4968000" y="2184640"/>
            <a:ext cx="5497200" cy="549757"/>
          </a:xfrm>
          <a:prstGeom prst="rect">
            <a:avLst/>
          </a:prstGeom>
        </p:spPr>
        <p:txBody>
          <a:bodyPr wrap="square" tIns="72000" anchor="b">
            <a:spAutoFit/>
          </a:bodyPr>
          <a:lstStyle>
            <a:lvl1pPr>
              <a:lnSpc>
                <a:spcPct val="100000"/>
              </a:lnSpc>
              <a:defRPr sz="2800" b="1" i="0">
                <a:solidFill>
                  <a:schemeClr val="tx2"/>
                </a:solidFill>
                <a:latin typeface="Equip Extended" panose="02000503030000020004" pitchFamily="2" charset="77"/>
              </a:defRPr>
            </a:lvl1pPr>
          </a:lstStyle>
          <a:p>
            <a:r>
              <a:rPr lang="en-GB"/>
              <a:t>Edit presenter name</a:t>
            </a:r>
            <a:endParaRPr lang="en-PT"/>
          </a:p>
        </p:txBody>
      </p:sp>
      <p:sp>
        <p:nvSpPr>
          <p:cNvPr id="19" name="Image">
            <a:extLst>
              <a:ext uri="{FF2B5EF4-FFF2-40B4-BE49-F238E27FC236}">
                <a16:creationId xmlns:a16="http://schemas.microsoft.com/office/drawing/2014/main" id="{46144688-C808-6349-8B8D-D1950044CF86}"/>
              </a:ext>
            </a:extLst>
          </p:cNvPr>
          <p:cNvSpPr>
            <a:spLocks noGrp="1" noChangeAspect="1"/>
          </p:cNvSpPr>
          <p:nvPr>
            <p:ph type="pic" sz="quarter" idx="33"/>
          </p:nvPr>
        </p:nvSpPr>
        <p:spPr>
          <a:xfrm>
            <a:off x="1728000" y="1497600"/>
            <a:ext cx="2880000" cy="2880000"/>
          </a:xfrm>
          <a:prstGeom prst="ellipse">
            <a:avLst/>
          </a:prstGeom>
          <a:effectLst>
            <a:softEdge rad="0"/>
          </a:effectLst>
        </p:spPr>
        <p:txBody>
          <a:bodyPr lIns="91439" tIns="45719" rIns="91439" bIns="45719">
            <a:noAutofit/>
          </a:bodyPr>
          <a:lstStyle>
            <a:lvl1pPr marL="0" indent="0">
              <a:buNone/>
              <a:defRPr>
                <a:noFill/>
              </a:defRPr>
            </a:lvl1pPr>
          </a:lstStyle>
          <a:p>
            <a:r>
              <a:rPr lang="en-US"/>
              <a:t>Click icon to add picture</a:t>
            </a:r>
            <a:endParaRPr/>
          </a:p>
        </p:txBody>
      </p:sp>
      <p:sp>
        <p:nvSpPr>
          <p:cNvPr id="23" name="Text Placeholder 7">
            <a:extLst>
              <a:ext uri="{FF2B5EF4-FFF2-40B4-BE49-F238E27FC236}">
                <a16:creationId xmlns:a16="http://schemas.microsoft.com/office/drawing/2014/main" id="{53E2DAEE-C7DC-F043-BE94-094D16A69615}"/>
              </a:ext>
            </a:extLst>
          </p:cNvPr>
          <p:cNvSpPr>
            <a:spLocks noGrp="1"/>
          </p:cNvSpPr>
          <p:nvPr>
            <p:ph type="body" sz="quarter" idx="31" hasCustomPrompt="1"/>
          </p:nvPr>
        </p:nvSpPr>
        <p:spPr>
          <a:xfrm>
            <a:off x="4968000" y="2877957"/>
            <a:ext cx="5496000" cy="334313"/>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400" b="0" i="0">
                <a:solidFill>
                  <a:schemeClr val="tx2"/>
                </a:solidFill>
                <a:latin typeface="Equip Light" panose="02000503000000020004" pitchFamily="2" charset="77"/>
              </a:defRPr>
            </a:lvl1pPr>
          </a:lstStyle>
          <a:p>
            <a:pPr lvl="0"/>
            <a:r>
              <a:rPr lang="en-GB"/>
              <a:t>Edit position</a:t>
            </a:r>
          </a:p>
        </p:txBody>
      </p:sp>
      <p:sp>
        <p:nvSpPr>
          <p:cNvPr id="24" name="Text Placeholder 7">
            <a:extLst>
              <a:ext uri="{FF2B5EF4-FFF2-40B4-BE49-F238E27FC236}">
                <a16:creationId xmlns:a16="http://schemas.microsoft.com/office/drawing/2014/main" id="{32C581C7-8539-3445-8206-42D8C9D0B822}"/>
              </a:ext>
            </a:extLst>
          </p:cNvPr>
          <p:cNvSpPr>
            <a:spLocks noGrp="1"/>
          </p:cNvSpPr>
          <p:nvPr>
            <p:ph type="body" sz="quarter" idx="34" hasCustomPrompt="1"/>
          </p:nvPr>
        </p:nvSpPr>
        <p:spPr>
          <a:xfrm>
            <a:off x="4968000" y="3233749"/>
            <a:ext cx="5496000" cy="334313"/>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400" b="0" i="0">
                <a:solidFill>
                  <a:schemeClr val="tx2"/>
                </a:solidFill>
                <a:latin typeface="Equip Light" panose="02000503000000020004" pitchFamily="2" charset="77"/>
              </a:defRPr>
            </a:lvl1pPr>
          </a:lstStyle>
          <a:p>
            <a:pPr lvl="0"/>
            <a:r>
              <a:rPr lang="en-GB"/>
              <a:t>Edit e-mail address</a:t>
            </a:r>
          </a:p>
        </p:txBody>
      </p:sp>
      <p:sp>
        <p:nvSpPr>
          <p:cNvPr id="26" name="Text Placeholder 7">
            <a:extLst>
              <a:ext uri="{FF2B5EF4-FFF2-40B4-BE49-F238E27FC236}">
                <a16:creationId xmlns:a16="http://schemas.microsoft.com/office/drawing/2014/main" id="{C29918FB-C01F-D24A-A6B2-74875BF98E28}"/>
              </a:ext>
            </a:extLst>
          </p:cNvPr>
          <p:cNvSpPr>
            <a:spLocks noGrp="1"/>
          </p:cNvSpPr>
          <p:nvPr>
            <p:ph type="body" sz="quarter" idx="35" hasCustomPrompt="1"/>
          </p:nvPr>
        </p:nvSpPr>
        <p:spPr>
          <a:xfrm>
            <a:off x="4968000" y="3589541"/>
            <a:ext cx="5496000" cy="334313"/>
          </a:xfrm>
          <a:prstGeom prst="rect">
            <a:avLst/>
          </a:prstGeom>
        </p:spPr>
        <p:txBody>
          <a:bodyPr wrap="square" tIns="72000" numCol="1" spcCol="720000" anchor="t">
            <a:spAutoFit/>
          </a:bodyPr>
          <a:lstStyle>
            <a:lvl1pPr marL="0" indent="0">
              <a:lnSpc>
                <a:spcPct val="100000"/>
              </a:lnSpc>
              <a:buFont typeface="Arial" panose="020B0604020202020204" pitchFamily="34" charset="0"/>
              <a:buNone/>
              <a:defRPr sz="1400" b="0" i="0">
                <a:solidFill>
                  <a:schemeClr val="tx2"/>
                </a:solidFill>
                <a:latin typeface="Equip Light" panose="02000503000000020004" pitchFamily="2" charset="77"/>
              </a:defRPr>
            </a:lvl1pPr>
          </a:lstStyle>
          <a:p>
            <a:pPr lvl="0"/>
            <a:r>
              <a:rPr lang="en-GB"/>
              <a:t>Edit social networks</a:t>
            </a:r>
          </a:p>
        </p:txBody>
      </p:sp>
      <p:sp>
        <p:nvSpPr>
          <p:cNvPr id="27" name="Text Placeholder 7">
            <a:extLst>
              <a:ext uri="{FF2B5EF4-FFF2-40B4-BE49-F238E27FC236}">
                <a16:creationId xmlns:a16="http://schemas.microsoft.com/office/drawing/2014/main" id="{ED6B39CA-A771-B745-857C-F277952DE3BD}"/>
              </a:ext>
            </a:extLst>
          </p:cNvPr>
          <p:cNvSpPr>
            <a:spLocks noGrp="1"/>
          </p:cNvSpPr>
          <p:nvPr>
            <p:ph type="body" sz="quarter" idx="10" hasCustomPrompt="1"/>
          </p:nvPr>
        </p:nvSpPr>
        <p:spPr>
          <a:xfrm>
            <a:off x="639385" y="5876515"/>
            <a:ext cx="10854001"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Tree>
    <p:extLst>
      <p:ext uri="{BB962C8B-B14F-4D97-AF65-F5344CB8AC3E}">
        <p14:creationId xmlns:p14="http://schemas.microsoft.com/office/powerpoint/2010/main" val="3359094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4_1_Thank You White">
    <p:bg>
      <p:bgPr>
        <a:solidFill>
          <a:schemeClr val="bg1"/>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2"/>
                </a:solidFill>
                <a:latin typeface="Equip Extended Light" panose="02000503000000020004" pitchFamily="2" charset="77"/>
              </a:defRPr>
            </a:lvl1pPr>
          </a:lstStyle>
          <a:p>
            <a:pPr lvl="0"/>
            <a:r>
              <a:rPr lang="en-GB"/>
              <a:t>Edit Footnote</a:t>
            </a:r>
          </a:p>
        </p:txBody>
      </p:sp>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1" y="3174026"/>
            <a:ext cx="2894399" cy="509948"/>
          </a:xfrm>
          <a:prstGeom prst="rect">
            <a:avLst/>
          </a:prstGeom>
        </p:spPr>
        <p:txBody>
          <a:bodyPr wrap="square" anchor="ctr">
            <a:spAutoFit/>
          </a:bodyPr>
          <a:lstStyle>
            <a:lvl1pPr>
              <a:lnSpc>
                <a:spcPct val="80000"/>
              </a:lnSpc>
              <a:defRPr sz="3200" b="0" i="0">
                <a:solidFill>
                  <a:schemeClr val="tx2"/>
                </a:solidFill>
                <a:latin typeface="Equip Extended Medium" panose="0200060300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5379197"/>
            <a:ext cx="9767782" cy="370665"/>
          </a:xfrm>
        </p:spPr>
        <p:txBody>
          <a:bodyPr tIns="108000" anchor="ctr">
            <a:spAutoFit/>
          </a:bodyPr>
          <a:lstStyle>
            <a:lvl1pPr marL="0" indent="0">
              <a:lnSpc>
                <a:spcPct val="100000"/>
              </a:lnSpc>
              <a:buNone/>
              <a:defRPr sz="1400" b="0" i="0">
                <a:solidFill>
                  <a:schemeClr val="tx2"/>
                </a:solidFill>
                <a:latin typeface="Equip Extended Light" panose="02000503000000020004" pitchFamily="2" charset="77"/>
              </a:defRPr>
            </a:lvl1pPr>
          </a:lstStyle>
          <a:p>
            <a:pPr lvl="0"/>
            <a:r>
              <a:rPr lang="en-GB"/>
              <a:t>Edit description</a:t>
            </a:r>
          </a:p>
        </p:txBody>
      </p:sp>
      <p:pic>
        <p:nvPicPr>
          <p:cNvPr id="6" name="N_3D_transp-updated-color.png" descr="N_3D_transp-updated-color.png">
            <a:extLst>
              <a:ext uri="{FF2B5EF4-FFF2-40B4-BE49-F238E27FC236}">
                <a16:creationId xmlns:a16="http://schemas.microsoft.com/office/drawing/2014/main" id="{B15D0DE5-FF21-6849-BFE2-D55351637875}"/>
              </a:ext>
            </a:extLst>
          </p:cNvPr>
          <p:cNvPicPr>
            <a:picLocks noChangeAspect="1"/>
          </p:cNvPicPr>
          <p:nvPr userDrawn="1"/>
        </p:nvPicPr>
        <p:blipFill>
          <a:blip r:embed="rId2"/>
          <a:srcRect l="26275" t="24199" r="29122" b="27518"/>
          <a:stretch>
            <a:fillRect/>
          </a:stretch>
        </p:blipFill>
        <p:spPr>
          <a:xfrm>
            <a:off x="4225440" y="1997476"/>
            <a:ext cx="3741121" cy="2863048"/>
          </a:xfrm>
          <a:prstGeom prst="rect">
            <a:avLst/>
          </a:prstGeom>
          <a:ln w="12700">
            <a:miter lim="400000"/>
          </a:ln>
        </p:spPr>
      </p:pic>
    </p:spTree>
    <p:extLst>
      <p:ext uri="{BB962C8B-B14F-4D97-AF65-F5344CB8AC3E}">
        <p14:creationId xmlns:p14="http://schemas.microsoft.com/office/powerpoint/2010/main" val="2566240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4_2_Thank You Blue">
    <p:bg>
      <p:bgPr>
        <a:solidFill>
          <a:schemeClr val="accent4"/>
        </a:solidFill>
        <a:effectLst/>
      </p:bgPr>
    </p:bg>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6A3534EE-6057-4046-A7C6-1E86CE23A453}"/>
              </a:ext>
            </a:extLst>
          </p:cNvPr>
          <p:cNvSpPr>
            <a:spLocks noGrp="1"/>
          </p:cNvSpPr>
          <p:nvPr>
            <p:ph type="body" sz="quarter" idx="10" hasCustomPrompt="1"/>
          </p:nvPr>
        </p:nvSpPr>
        <p:spPr>
          <a:xfrm>
            <a:off x="639386" y="5876515"/>
            <a:ext cx="9767782" cy="498475"/>
          </a:xfrm>
        </p:spPr>
        <p:txBody>
          <a:bodyPr anchor="ctr">
            <a:normAutofit/>
          </a:bodyPr>
          <a:lstStyle>
            <a:lvl1pPr marL="0" indent="0">
              <a:buNone/>
              <a:defRPr sz="1000" b="0" i="0">
                <a:solidFill>
                  <a:schemeClr val="bg1"/>
                </a:solidFill>
                <a:latin typeface="Equip Extended Light" panose="02000503000000020004" pitchFamily="2" charset="77"/>
              </a:defRPr>
            </a:lvl1pPr>
          </a:lstStyle>
          <a:p>
            <a:pPr lvl="0"/>
            <a:r>
              <a:rPr lang="en-GB"/>
              <a:t>Edit Footnote</a:t>
            </a:r>
          </a:p>
        </p:txBody>
      </p:sp>
      <p:sp>
        <p:nvSpPr>
          <p:cNvPr id="8" name="Title 1">
            <a:extLst>
              <a:ext uri="{FF2B5EF4-FFF2-40B4-BE49-F238E27FC236}">
                <a16:creationId xmlns:a16="http://schemas.microsoft.com/office/drawing/2014/main" id="{35A180E1-0906-AF4F-AD8C-D37F88FAE72A}"/>
              </a:ext>
            </a:extLst>
          </p:cNvPr>
          <p:cNvSpPr>
            <a:spLocks noGrp="1"/>
          </p:cNvSpPr>
          <p:nvPr>
            <p:ph type="title" hasCustomPrompt="1"/>
          </p:nvPr>
        </p:nvSpPr>
        <p:spPr>
          <a:xfrm>
            <a:off x="611121" y="3173400"/>
            <a:ext cx="2894399" cy="511200"/>
          </a:xfrm>
          <a:prstGeom prst="rect">
            <a:avLst/>
          </a:prstGeom>
        </p:spPr>
        <p:txBody>
          <a:bodyPr wrap="square" anchor="ctr">
            <a:spAutoFit/>
          </a:bodyPr>
          <a:lstStyle>
            <a:lvl1pPr>
              <a:lnSpc>
                <a:spcPct val="80000"/>
              </a:lnSpc>
              <a:defRPr sz="3200" b="0" i="0">
                <a:solidFill>
                  <a:schemeClr val="bg1"/>
                </a:solidFill>
                <a:latin typeface="Equip Extended Medium" panose="02000603000000020004" pitchFamily="2" charset="77"/>
              </a:defRPr>
            </a:lvl1pPr>
          </a:lstStyle>
          <a:p>
            <a:r>
              <a:rPr lang="en-GB"/>
              <a:t>Edit title</a:t>
            </a:r>
            <a:endParaRPr lang="en-PT"/>
          </a:p>
        </p:txBody>
      </p:sp>
      <p:sp>
        <p:nvSpPr>
          <p:cNvPr id="12" name="Text Placeholder 7">
            <a:extLst>
              <a:ext uri="{FF2B5EF4-FFF2-40B4-BE49-F238E27FC236}">
                <a16:creationId xmlns:a16="http://schemas.microsoft.com/office/drawing/2014/main" id="{BDF32DB2-7359-CA47-9D2B-FC2E95C76AC4}"/>
              </a:ext>
            </a:extLst>
          </p:cNvPr>
          <p:cNvSpPr>
            <a:spLocks noGrp="1"/>
          </p:cNvSpPr>
          <p:nvPr>
            <p:ph type="body" sz="quarter" idx="12" hasCustomPrompt="1"/>
          </p:nvPr>
        </p:nvSpPr>
        <p:spPr>
          <a:xfrm>
            <a:off x="639386" y="5379197"/>
            <a:ext cx="9767782" cy="370665"/>
          </a:xfrm>
        </p:spPr>
        <p:txBody>
          <a:bodyPr tIns="108000" anchor="ctr">
            <a:spAutoFit/>
          </a:bodyPr>
          <a:lstStyle>
            <a:lvl1pPr marL="0" indent="0">
              <a:lnSpc>
                <a:spcPct val="100000"/>
              </a:lnSpc>
              <a:buNone/>
              <a:defRPr sz="1400" b="0" i="0">
                <a:solidFill>
                  <a:schemeClr val="bg1"/>
                </a:solidFill>
                <a:latin typeface="Equip Extended Light" panose="02000503000000020004" pitchFamily="2" charset="77"/>
              </a:defRPr>
            </a:lvl1pPr>
          </a:lstStyle>
          <a:p>
            <a:pPr lvl="0"/>
            <a:r>
              <a:rPr lang="en-GB"/>
              <a:t>Edit description</a:t>
            </a:r>
          </a:p>
        </p:txBody>
      </p:sp>
      <p:pic>
        <p:nvPicPr>
          <p:cNvPr id="6" name="N_3D_transp-updated-color.png" descr="N_3D_transp-updated-color.png">
            <a:extLst>
              <a:ext uri="{FF2B5EF4-FFF2-40B4-BE49-F238E27FC236}">
                <a16:creationId xmlns:a16="http://schemas.microsoft.com/office/drawing/2014/main" id="{B15D0DE5-FF21-6849-BFE2-D55351637875}"/>
              </a:ext>
            </a:extLst>
          </p:cNvPr>
          <p:cNvPicPr>
            <a:picLocks noChangeAspect="1"/>
          </p:cNvPicPr>
          <p:nvPr userDrawn="1"/>
        </p:nvPicPr>
        <p:blipFill>
          <a:blip r:embed="rId2"/>
          <a:srcRect l="26275" t="24199" r="29122" b="27518"/>
          <a:stretch>
            <a:fillRect/>
          </a:stretch>
        </p:blipFill>
        <p:spPr>
          <a:xfrm>
            <a:off x="4225440" y="1997476"/>
            <a:ext cx="3741121" cy="2863048"/>
          </a:xfrm>
          <a:prstGeom prst="rect">
            <a:avLst/>
          </a:prstGeom>
          <a:ln w="12700">
            <a:miter lim="400000"/>
          </a:ln>
        </p:spPr>
      </p:pic>
    </p:spTree>
    <p:extLst>
      <p:ext uri="{BB962C8B-B14F-4D97-AF65-F5344CB8AC3E}">
        <p14:creationId xmlns:p14="http://schemas.microsoft.com/office/powerpoint/2010/main" val="311696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theme" Target="../theme/theme2.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EAE91C-7FA8-42F1-96FB-33268D811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B9DF15-AD31-4BAB-8CAA-6030AF7F04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D3B357-AADC-44D2-A030-F54930E136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4079F1-A083-4976-AB6C-CC5620B7D65D}" type="datetimeFigureOut">
              <a:rPr lang="en-IN" smtClean="0"/>
              <a:t>16-02-2022</a:t>
            </a:fld>
            <a:endParaRPr lang="en-IN"/>
          </a:p>
        </p:txBody>
      </p:sp>
      <p:sp>
        <p:nvSpPr>
          <p:cNvPr id="5" name="Footer Placeholder 4">
            <a:extLst>
              <a:ext uri="{FF2B5EF4-FFF2-40B4-BE49-F238E27FC236}">
                <a16:creationId xmlns:a16="http://schemas.microsoft.com/office/drawing/2014/main" id="{1D14A2A9-DA74-4C63-90AB-CFF82600E9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0873ED4-5B30-40BC-B053-3C434FA63E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85CFCA-9A7C-47AC-8FFC-28AA221AD0B7}" type="slidenum">
              <a:rPr lang="en-IN" smtClean="0"/>
              <a:t>‹#›</a:t>
            </a:fld>
            <a:endParaRPr lang="en-IN"/>
          </a:p>
        </p:txBody>
      </p:sp>
      <p:pic>
        <p:nvPicPr>
          <p:cNvPr id="10" name="Picture 9" descr="Icon&#10;&#10;Description automatically generated">
            <a:extLst>
              <a:ext uri="{FF2B5EF4-FFF2-40B4-BE49-F238E27FC236}">
                <a16:creationId xmlns:a16="http://schemas.microsoft.com/office/drawing/2014/main" id="{C9AD165A-9E9B-4C0A-8D04-8F87FB3D45A3}"/>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665110" y="6176962"/>
            <a:ext cx="2031619" cy="559267"/>
          </a:xfrm>
          <a:prstGeom prst="rect">
            <a:avLst/>
          </a:prstGeom>
        </p:spPr>
      </p:pic>
    </p:spTree>
    <p:extLst>
      <p:ext uri="{BB962C8B-B14F-4D97-AF65-F5344CB8AC3E}">
        <p14:creationId xmlns:p14="http://schemas.microsoft.com/office/powerpoint/2010/main" val="142523990"/>
      </p:ext>
    </p:extLst>
  </p:cSld>
  <p:clrMap bg1="lt1" tx1="dk1" bg2="lt2" tx2="dk2" accent1="accent1" accent2="accent2" accent3="accent3" accent4="accent4" accent5="accent5" accent6="accent6" hlink="hlink" folHlink="folHlink"/>
  <p:sldLayoutIdLst>
    <p:sldLayoutId id="2147483746"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31B91D-EC1D-C843-823A-8776341F18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PT"/>
          </a:p>
        </p:txBody>
      </p:sp>
      <p:sp>
        <p:nvSpPr>
          <p:cNvPr id="3" name="Text Placeholder 2">
            <a:extLst>
              <a:ext uri="{FF2B5EF4-FFF2-40B4-BE49-F238E27FC236}">
                <a16:creationId xmlns:a16="http://schemas.microsoft.com/office/drawing/2014/main" id="{F6CC87E8-CF73-C446-AD4C-FCBF62507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PT"/>
          </a:p>
        </p:txBody>
      </p:sp>
      <p:sp>
        <p:nvSpPr>
          <p:cNvPr id="4" name="Date Placeholder 3">
            <a:extLst>
              <a:ext uri="{FF2B5EF4-FFF2-40B4-BE49-F238E27FC236}">
                <a16:creationId xmlns:a16="http://schemas.microsoft.com/office/drawing/2014/main" id="{0A4DDBE4-667A-DD46-B17B-E7CB94041C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b="0" i="0">
                <a:solidFill>
                  <a:srgbClr val="06041F"/>
                </a:solidFill>
                <a:latin typeface="Equip Light" panose="02000503000000020004" pitchFamily="2" charset="77"/>
              </a:defRPr>
            </a:lvl1pPr>
          </a:lstStyle>
          <a:p>
            <a:fld id="{EFC80696-FAF8-7A43-A227-9407CAA5A0D1}" type="datetimeFigureOut">
              <a:rPr lang="en-PT" smtClean="0"/>
              <a:pPr/>
              <a:t>02/16/2022</a:t>
            </a:fld>
            <a:endParaRPr lang="en-PT"/>
          </a:p>
        </p:txBody>
      </p:sp>
      <p:sp>
        <p:nvSpPr>
          <p:cNvPr id="5" name="Footer Placeholder 4">
            <a:extLst>
              <a:ext uri="{FF2B5EF4-FFF2-40B4-BE49-F238E27FC236}">
                <a16:creationId xmlns:a16="http://schemas.microsoft.com/office/drawing/2014/main" id="{898C6307-2D61-374D-941C-ED8DED0E4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b="0" i="0">
                <a:solidFill>
                  <a:srgbClr val="06041F"/>
                </a:solidFill>
                <a:latin typeface="Equip Light" panose="02000503000000020004" pitchFamily="2" charset="77"/>
              </a:defRPr>
            </a:lvl1pPr>
          </a:lstStyle>
          <a:p>
            <a:endParaRPr lang="en-PT"/>
          </a:p>
        </p:txBody>
      </p:sp>
      <p:sp>
        <p:nvSpPr>
          <p:cNvPr id="6" name="Slide Number Placeholder 5">
            <a:extLst>
              <a:ext uri="{FF2B5EF4-FFF2-40B4-BE49-F238E27FC236}">
                <a16:creationId xmlns:a16="http://schemas.microsoft.com/office/drawing/2014/main" id="{031F51C9-0908-E04C-899D-AF69692CE7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b="0" i="0">
                <a:solidFill>
                  <a:srgbClr val="06041F"/>
                </a:solidFill>
                <a:latin typeface="Equip Light" panose="02000503000000020004" pitchFamily="2" charset="77"/>
              </a:defRPr>
            </a:lvl1pPr>
          </a:lstStyle>
          <a:p>
            <a:fld id="{94EE45FB-11CC-594D-B3F6-AACB8EE154A1}" type="slidenum">
              <a:rPr lang="en-PT" smtClean="0"/>
              <a:pPr/>
              <a:t>‹#›</a:t>
            </a:fld>
            <a:endParaRPr lang="en-PT"/>
          </a:p>
        </p:txBody>
      </p:sp>
    </p:spTree>
    <p:extLst>
      <p:ext uri="{BB962C8B-B14F-4D97-AF65-F5344CB8AC3E}">
        <p14:creationId xmlns:p14="http://schemas.microsoft.com/office/powerpoint/2010/main" val="1790122758"/>
      </p:ext>
    </p:extLst>
  </p:cSld>
  <p:clrMap bg1="lt1" tx1="dk1" bg2="lt2" tx2="dk2" accent1="accent1" accent2="accent2" accent3="accent3" accent4="accent4" accent5="accent5" accent6="accent6" hlink="hlink" folHlink="folHlink"/>
  <p:sldLayoutIdLst>
    <p:sldLayoutId id="2147483649" r:id="rId1"/>
    <p:sldLayoutId id="2147483692" r:id="rId2"/>
    <p:sldLayoutId id="2147483728" r:id="rId3"/>
    <p:sldLayoutId id="2147483684" r:id="rId4"/>
    <p:sldLayoutId id="2147483663" r:id="rId5"/>
    <p:sldLayoutId id="2147483729" r:id="rId6"/>
    <p:sldLayoutId id="2147483662" r:id="rId7"/>
    <p:sldLayoutId id="2147483661" r:id="rId8"/>
    <p:sldLayoutId id="2147483688" r:id="rId9"/>
    <p:sldLayoutId id="2147483731" r:id="rId10"/>
    <p:sldLayoutId id="2147483689" r:id="rId11"/>
    <p:sldLayoutId id="2147483660" r:id="rId12"/>
    <p:sldLayoutId id="2147483739" r:id="rId13"/>
    <p:sldLayoutId id="2147483697" r:id="rId14"/>
    <p:sldLayoutId id="2147483698" r:id="rId15"/>
    <p:sldLayoutId id="2147483682" r:id="rId16"/>
    <p:sldLayoutId id="2147483742" r:id="rId17"/>
    <p:sldLayoutId id="2147483743" r:id="rId18"/>
    <p:sldLayoutId id="2147483744" r:id="rId19"/>
    <p:sldLayoutId id="2147483741" r:id="rId20"/>
    <p:sldLayoutId id="2147483696" r:id="rId21"/>
    <p:sldLayoutId id="2147483733" r:id="rId22"/>
    <p:sldLayoutId id="2147483701" r:id="rId23"/>
    <p:sldLayoutId id="2147483702" r:id="rId24"/>
    <p:sldLayoutId id="2147483703" r:id="rId25"/>
    <p:sldLayoutId id="2147483711" r:id="rId26"/>
    <p:sldLayoutId id="2147483712" r:id="rId27"/>
    <p:sldLayoutId id="2147483707" r:id="rId28"/>
    <p:sldLayoutId id="2147483708" r:id="rId29"/>
    <p:sldLayoutId id="2147483705" r:id="rId30"/>
    <p:sldLayoutId id="2147483706" r:id="rId31"/>
    <p:sldLayoutId id="2147483709" r:id="rId32"/>
    <p:sldLayoutId id="2147483710" r:id="rId33"/>
    <p:sldLayoutId id="2147483685" r:id="rId34"/>
    <p:sldLayoutId id="2147483719" r:id="rId35"/>
    <p:sldLayoutId id="2147483681" r:id="rId36"/>
    <p:sldLayoutId id="2147483740" r:id="rId37"/>
    <p:sldLayoutId id="2147483678" r:id="rId38"/>
    <p:sldLayoutId id="2147483720" r:id="rId39"/>
    <p:sldLayoutId id="2147483679" r:id="rId40"/>
    <p:sldLayoutId id="2147483680" r:id="rId41"/>
    <p:sldLayoutId id="2147483715" r:id="rId42"/>
    <p:sldLayoutId id="2147483716" r:id="rId43"/>
    <p:sldLayoutId id="2147483717" r:id="rId44"/>
    <p:sldLayoutId id="2147483722" r:id="rId45"/>
    <p:sldLayoutId id="2147483723" r:id="rId46"/>
    <p:sldLayoutId id="2147483727" r:id="rId47"/>
    <p:sldLayoutId id="2147483724" r:id="rId48"/>
    <p:sldLayoutId id="2147483736" r:id="rId49"/>
    <p:sldLayoutId id="2147483725" r:id="rId50"/>
    <p:sldLayoutId id="2147483726" r:id="rId51"/>
    <p:sldLayoutId id="2147483737" r:id="rId52"/>
    <p:sldLayoutId id="2147483721" r:id="rId53"/>
    <p:sldLayoutId id="2147483686" r:id="rId54"/>
    <p:sldLayoutId id="2147483687" r:id="rId5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3200" b="1" i="0" kern="1200">
          <a:solidFill>
            <a:schemeClr val="tx2"/>
          </a:solidFill>
          <a:latin typeface="Equip Extended" panose="02000503030000020004" pitchFamily="2" charset="77"/>
          <a:ea typeface="+mj-ea"/>
          <a:cs typeface="+mj-cs"/>
        </a:defRPr>
      </a:lvl1pPr>
    </p:titleStyle>
    <p:bodyStyle>
      <a:lvl1pPr marL="228600" indent="-228600" algn="l" defTabSz="914400" rtl="0" eaLnBrk="1" latinLnBrk="0" hangingPunct="1">
        <a:lnSpc>
          <a:spcPct val="90000"/>
        </a:lnSpc>
        <a:spcBef>
          <a:spcPts val="1000"/>
        </a:spcBef>
        <a:buClr>
          <a:schemeClr val="tx1"/>
        </a:buClr>
        <a:buFont typeface="Arial" panose="020B0604020202020204" pitchFamily="34" charset="0"/>
        <a:buChar char="•"/>
        <a:defRPr sz="2000" b="0" i="0" kern="1200">
          <a:solidFill>
            <a:schemeClr val="tx2"/>
          </a:solidFill>
          <a:latin typeface="Equip Medium" panose="02000503030000020004" pitchFamily="2" charset="77"/>
          <a:ea typeface="+mn-ea"/>
          <a:cs typeface="+mn-cs"/>
        </a:defRPr>
      </a:lvl1pPr>
      <a:lvl2pPr marL="685800" indent="-228600" algn="l" defTabSz="914400" rtl="0" eaLnBrk="1" latinLnBrk="0" hangingPunct="1">
        <a:lnSpc>
          <a:spcPct val="90000"/>
        </a:lnSpc>
        <a:spcBef>
          <a:spcPts val="500"/>
        </a:spcBef>
        <a:buClr>
          <a:schemeClr val="tx1"/>
        </a:buClr>
        <a:buFont typeface="Arial" panose="020B0604020202020204" pitchFamily="34" charset="0"/>
        <a:buChar char="•"/>
        <a:defRPr sz="1800" b="0" i="0" kern="1200">
          <a:solidFill>
            <a:schemeClr val="tx2"/>
          </a:solidFill>
          <a:latin typeface="Equip" panose="02000503030000020004" pitchFamily="2" charset="77"/>
          <a:ea typeface="+mn-ea"/>
          <a:cs typeface="+mn-cs"/>
        </a:defRPr>
      </a:lvl2pPr>
      <a:lvl3pPr marL="1143000" indent="-228600" algn="l" defTabSz="914400" rtl="0" eaLnBrk="1" latinLnBrk="0" hangingPunct="1">
        <a:lnSpc>
          <a:spcPct val="90000"/>
        </a:lnSpc>
        <a:spcBef>
          <a:spcPts val="500"/>
        </a:spcBef>
        <a:buClr>
          <a:schemeClr val="tx1"/>
        </a:buClr>
        <a:buFont typeface="Arial" panose="020B0604020202020204" pitchFamily="34" charset="0"/>
        <a:buChar char="•"/>
        <a:defRPr sz="1600" b="0" i="0" kern="1200">
          <a:solidFill>
            <a:schemeClr val="tx2"/>
          </a:solidFill>
          <a:latin typeface="Equip" panose="02000503030000020004" pitchFamily="2" charset="77"/>
          <a:ea typeface="+mn-ea"/>
          <a:cs typeface="+mn-cs"/>
        </a:defRPr>
      </a:lvl3pPr>
      <a:lvl4pPr marL="1600200" indent="-228600" algn="l" defTabSz="914400" rtl="0" eaLnBrk="1" latinLnBrk="0" hangingPunct="1">
        <a:lnSpc>
          <a:spcPct val="90000"/>
        </a:lnSpc>
        <a:spcBef>
          <a:spcPts val="500"/>
        </a:spcBef>
        <a:buClr>
          <a:schemeClr val="tx1"/>
        </a:buClr>
        <a:buFont typeface="Arial" panose="020B0604020202020204" pitchFamily="34" charset="0"/>
        <a:buChar char="•"/>
        <a:defRPr sz="1400" b="0" i="0" kern="1200">
          <a:solidFill>
            <a:schemeClr val="tx2"/>
          </a:solidFill>
          <a:latin typeface="Equip Light" panose="02000503000000020004" pitchFamily="2" charset="77"/>
          <a:ea typeface="+mn-ea"/>
          <a:cs typeface="+mn-cs"/>
        </a:defRPr>
      </a:lvl4pPr>
      <a:lvl5pPr marL="2057400" indent="-228600" algn="l" defTabSz="914400" rtl="0" eaLnBrk="1" latinLnBrk="0" hangingPunct="1">
        <a:lnSpc>
          <a:spcPct val="90000"/>
        </a:lnSpc>
        <a:spcBef>
          <a:spcPts val="500"/>
        </a:spcBef>
        <a:buClr>
          <a:schemeClr val="tx1"/>
        </a:buClr>
        <a:buFont typeface="Arial" panose="020B0604020202020204" pitchFamily="34" charset="0"/>
        <a:buChar char="•"/>
        <a:defRPr sz="1200" b="0" i="0" kern="1200">
          <a:solidFill>
            <a:schemeClr val="tx2"/>
          </a:solidFill>
          <a:latin typeface="Equip Light" panose="02000503000000020004"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8" Type="http://schemas.openxmlformats.org/officeDocument/2006/relationships/hyperlink" Target="https://www.youtube.com/watch?v=D6xkbGLQesk" TargetMode="External"/><Relationship Id="rId3" Type="http://schemas.openxmlformats.org/officeDocument/2006/relationships/hyperlink" Target="https://www.youtube.com/playlist?list=PLEiEAq2VkUUKtFEXGz3KiwqnbBVQpYa1s" TargetMode="External"/><Relationship Id="rId7" Type="http://schemas.openxmlformats.org/officeDocument/2006/relationships/hyperlink" Target="https://www.youtube.com/playlist?list=PLxvYaFUCuym6WGZ8g6luePN0nEwtiM_fb" TargetMode="External"/><Relationship Id="rId2" Type="http://schemas.openxmlformats.org/officeDocument/2006/relationships/hyperlink" Target="https://www.youtube.com/watch?v=MtVZAXepMPM" TargetMode="External"/><Relationship Id="rId1" Type="http://schemas.openxmlformats.org/officeDocument/2006/relationships/slideLayout" Target="../slideLayouts/slideLayout6.xml"/><Relationship Id="rId6" Type="http://schemas.openxmlformats.org/officeDocument/2006/relationships/hyperlink" Target="https://www.youtube.com/watch?v=j4c_jwRwk2M" TargetMode="External"/><Relationship Id="rId5" Type="http://schemas.openxmlformats.org/officeDocument/2006/relationships/hyperlink" Target="https://www.youtube.com/watch?v=wptevk0bshY" TargetMode="External"/><Relationship Id="rId4" Type="http://schemas.openxmlformats.org/officeDocument/2006/relationships/hyperlink" Target="https://www.youtube.com/watch?v=shs0KM3wKv8" TargetMode="External"/><Relationship Id="rId9" Type="http://schemas.openxmlformats.org/officeDocument/2006/relationships/hyperlink" Target="http://pluralsight.com/training/courses/TableOfContents?courseName=java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31E424-AE71-484F-942C-F1AEE08423A1}"/>
              </a:ext>
            </a:extLst>
          </p:cNvPr>
          <p:cNvSpPr>
            <a:spLocks noGrp="1"/>
          </p:cNvSpPr>
          <p:nvPr>
            <p:ph type="title"/>
          </p:nvPr>
        </p:nvSpPr>
        <p:spPr>
          <a:xfrm>
            <a:off x="423380" y="1798244"/>
            <a:ext cx="11335956" cy="2768130"/>
          </a:xfrm>
        </p:spPr>
        <p:txBody>
          <a:bodyPr/>
          <a:lstStyle/>
          <a:p>
            <a:pPr algn="ctr"/>
            <a:br>
              <a:rPr lang="en-IN" b="0">
                <a:latin typeface="Equip Extended"/>
              </a:rPr>
            </a:br>
            <a:br>
              <a:rPr lang="en-IN" b="0">
                <a:latin typeface="Equip Extended"/>
              </a:rPr>
            </a:br>
            <a:r>
              <a:rPr lang="en-IN" b="0">
                <a:latin typeface="Equip Extended"/>
              </a:rPr>
              <a:t>Data Structures and Algorithms Basics</a:t>
            </a:r>
            <a:endParaRPr lang="en-US" b="0">
              <a:latin typeface="Equip Extended"/>
            </a:endParaRPr>
          </a:p>
          <a:p>
            <a:endParaRPr lang="en-US"/>
          </a:p>
        </p:txBody>
      </p:sp>
      <p:pic>
        <p:nvPicPr>
          <p:cNvPr id="5" name="Picture 4" descr="Icon&#10;&#10;Description automatically generated">
            <a:extLst>
              <a:ext uri="{FF2B5EF4-FFF2-40B4-BE49-F238E27FC236}">
                <a16:creationId xmlns:a16="http://schemas.microsoft.com/office/drawing/2014/main" id="{A9751E4D-C297-460C-9860-75FFAB8E52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2483" y="6163701"/>
            <a:ext cx="1870841" cy="594450"/>
          </a:xfrm>
          <a:prstGeom prst="rect">
            <a:avLst/>
          </a:prstGeom>
        </p:spPr>
      </p:pic>
    </p:spTree>
    <p:extLst>
      <p:ext uri="{BB962C8B-B14F-4D97-AF65-F5344CB8AC3E}">
        <p14:creationId xmlns:p14="http://schemas.microsoft.com/office/powerpoint/2010/main" val="1300581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1584B29A-D497-407A-8ACB-B61F2BA97650}"/>
              </a:ext>
            </a:extLst>
          </p:cNvPr>
          <p:cNvSpPr>
            <a:spLocks noGrp="1"/>
          </p:cNvSpPr>
          <p:nvPr>
            <p:ph type="title"/>
          </p:nvPr>
        </p:nvSpPr>
        <p:spPr>
          <a:xfrm>
            <a:off x="626397" y="481125"/>
            <a:ext cx="8383596" cy="488201"/>
          </a:xfrm>
        </p:spPr>
        <p:txBody>
          <a:bodyPr>
            <a:normAutofit fontScale="90000"/>
          </a:bodyPr>
          <a:lstStyle/>
          <a:p>
            <a:r>
              <a:rPr lang="en-US">
                <a:latin typeface="Tw Cen MT (Headings)"/>
                <a:cs typeface="Times New Roman" pitchFamily="18" charset="0"/>
              </a:rPr>
              <a:t>Study Material</a:t>
            </a:r>
            <a:endParaRPr lang="en-IN">
              <a:latin typeface="Tw Cen MT (Headings)"/>
              <a:cs typeface="Times New Roman" pitchFamily="18" charset="0"/>
            </a:endParaRPr>
          </a:p>
        </p:txBody>
      </p:sp>
      <p:sp>
        <p:nvSpPr>
          <p:cNvPr id="4" name="TextBox 3">
            <a:extLst>
              <a:ext uri="{FF2B5EF4-FFF2-40B4-BE49-F238E27FC236}">
                <a16:creationId xmlns:a16="http://schemas.microsoft.com/office/drawing/2014/main" id="{970A7B9B-E61F-4DB8-A58D-92D7B2034FF2}"/>
              </a:ext>
            </a:extLst>
          </p:cNvPr>
          <p:cNvSpPr txBox="1"/>
          <p:nvPr/>
        </p:nvSpPr>
        <p:spPr>
          <a:xfrm>
            <a:off x="393604" y="1243267"/>
            <a:ext cx="11404791" cy="4237057"/>
          </a:xfrm>
          <a:prstGeom prst="rect">
            <a:avLst/>
          </a:prstGeom>
          <a:noFill/>
        </p:spPr>
        <p:txBody>
          <a:bodyPr wrap="square" rtlCol="0">
            <a:spAutoFit/>
          </a:bodyPr>
          <a:lstStyle/>
          <a:p>
            <a:pPr>
              <a:spcAft>
                <a:spcPts val="800"/>
              </a:spcAft>
            </a:pPr>
            <a:r>
              <a:rPr lang="en-IN" sz="2400" b="1">
                <a:solidFill>
                  <a:schemeClr val="accent2"/>
                </a:solidFill>
              </a:rPr>
              <a:t>Video References </a:t>
            </a:r>
          </a:p>
          <a:p>
            <a:pPr marL="342900" indent="-342900">
              <a:spcAft>
                <a:spcPts val="800"/>
              </a:spcAft>
              <a:buFont typeface="Arial" panose="020B0604020202020204" pitchFamily="34" charset="0"/>
              <a:buChar char="•"/>
            </a:pPr>
            <a:r>
              <a:rPr lang="en-IN" sz="2400">
                <a:solidFill>
                  <a:schemeClr val="accent1"/>
                </a:solidFill>
                <a:hlinkClick r:id="rId2"/>
              </a:rPr>
              <a:t>Data Structures</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3"/>
              </a:rPr>
              <a:t>Data Structures and Algorithms</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4"/>
              </a:rPr>
              <a:t>Hash Table</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5"/>
              </a:rPr>
              <a:t>Priority Queue</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6"/>
              </a:rPr>
              <a:t>Generic Tree</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7"/>
              </a:rPr>
              <a:t>Introduction to Algorithms</a:t>
            </a:r>
            <a:endParaRPr lang="en-IN" sz="2400">
              <a:solidFill>
                <a:schemeClr val="accent1"/>
              </a:solidFill>
            </a:endParaRPr>
          </a:p>
          <a:p>
            <a:pPr marL="342900" indent="-342900">
              <a:spcAft>
                <a:spcPts val="800"/>
              </a:spcAft>
              <a:buFont typeface="Arial" panose="020B0604020202020204" pitchFamily="34" charset="0"/>
              <a:buChar char="•"/>
            </a:pPr>
            <a:r>
              <a:rPr lang="en-IN" sz="2400">
                <a:solidFill>
                  <a:schemeClr val="accent1"/>
                </a:solidFill>
                <a:hlinkClick r:id="rId8"/>
              </a:rPr>
              <a:t>Algorithm Analysis</a:t>
            </a:r>
            <a:endParaRPr lang="en-IN" sz="2400">
              <a:hlinkClick r:id="rId9"/>
            </a:endParaRPr>
          </a:p>
          <a:p>
            <a:pPr marL="380990" indent="-380990">
              <a:spcAft>
                <a:spcPts val="800"/>
              </a:spcAft>
              <a:buFont typeface="Arial" panose="020B0604020202020204" pitchFamily="34" charset="0"/>
              <a:buChar char="•"/>
            </a:pPr>
            <a:endParaRPr lang="en-IN" sz="2400">
              <a:hlinkClick r:id="rId9"/>
            </a:endParaRPr>
          </a:p>
        </p:txBody>
      </p:sp>
      <p:sp>
        <p:nvSpPr>
          <p:cNvPr id="5" name="Footer Placeholder 4">
            <a:extLst>
              <a:ext uri="{FF2B5EF4-FFF2-40B4-BE49-F238E27FC236}">
                <a16:creationId xmlns:a16="http://schemas.microsoft.com/office/drawing/2014/main" id="{2284F808-B0E9-4BA6-B261-A606F90C1D0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456227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457" y="157480"/>
            <a:ext cx="9236404" cy="1341120"/>
          </a:xfrm>
        </p:spPr>
        <p:txBody>
          <a:bodyPr>
            <a:normAutofit/>
          </a:bodyPr>
          <a:lstStyle/>
          <a:p>
            <a:r>
              <a:rPr lang="en-US">
                <a:latin typeface="Tw Cen MT (Headings)"/>
                <a:cs typeface="Times New Roman" pitchFamily="18" charset="0"/>
              </a:rPr>
              <a:t>Assignment</a:t>
            </a:r>
            <a:endParaRPr lang="en-IN">
              <a:latin typeface="Tw Cen MT (Headings)"/>
              <a:cs typeface="Times New Roman" pitchFamily="18" charset="0"/>
            </a:endParaRP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3</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215680" y="3140969"/>
            <a:ext cx="4935390" cy="995209"/>
          </a:xfrm>
          <a:prstGeom prst="rect">
            <a:avLst/>
          </a:prstGeom>
          <a:noFill/>
        </p:spPr>
        <p:txBody>
          <a:bodyPr wrap="none" rtlCol="0">
            <a:spAutoFit/>
          </a:bodyPr>
          <a:lstStyle/>
          <a:p>
            <a:r>
              <a:rPr lang="en-IN" sz="5867" b="1" i="1">
                <a:solidFill>
                  <a:schemeClr val="accent2"/>
                </a:solidFill>
              </a:rPr>
              <a:t>Assignment # 2</a:t>
            </a:r>
          </a:p>
        </p:txBody>
      </p:sp>
    </p:spTree>
    <p:extLst>
      <p:ext uri="{BB962C8B-B14F-4D97-AF65-F5344CB8AC3E}">
        <p14:creationId xmlns:p14="http://schemas.microsoft.com/office/powerpoint/2010/main" val="323852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4</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3540200"/>
          </a:xfrm>
          <a:prstGeom prst="rect">
            <a:avLst/>
          </a:prstGeom>
          <a:noFill/>
        </p:spPr>
        <p:txBody>
          <a:bodyPr wrap="square" rtlCol="0">
            <a:spAutoFit/>
          </a:bodyPr>
          <a:lstStyle/>
          <a:p>
            <a:r>
              <a:rPr lang="en-US" sz="1867"/>
              <a:t>Implement your own version of the following data structures with mentioned functionalities:</a:t>
            </a:r>
          </a:p>
          <a:p>
            <a:endParaRPr lang="en-US" sz="1867"/>
          </a:p>
          <a:p>
            <a:pPr marL="342900" indent="-342900">
              <a:buFont typeface="Arial" panose="020B0604020202020204" pitchFamily="34" charset="0"/>
              <a:buChar char="•"/>
            </a:pPr>
            <a:r>
              <a:rPr lang="en-US" sz="1867"/>
              <a:t>Linked List</a:t>
            </a:r>
          </a:p>
          <a:p>
            <a:pPr marL="800100" lvl="1" indent="-342900">
              <a:buFont typeface="Arial" panose="020B0604020202020204" pitchFamily="34" charset="0"/>
              <a:buChar char="•"/>
            </a:pPr>
            <a:r>
              <a:rPr lang="en-US" sz="1867"/>
              <a:t>Insert</a:t>
            </a:r>
          </a:p>
          <a:p>
            <a:pPr marL="800100" lvl="1" indent="-342900">
              <a:buFont typeface="Arial" panose="020B0604020202020204" pitchFamily="34" charset="0"/>
              <a:buChar char="•"/>
            </a:pPr>
            <a:r>
              <a:rPr lang="en-US" sz="1867"/>
              <a:t>Insert at position</a:t>
            </a:r>
          </a:p>
          <a:p>
            <a:pPr marL="800100" lvl="1" indent="-342900">
              <a:buFont typeface="Arial" panose="020B0604020202020204" pitchFamily="34" charset="0"/>
              <a:buChar char="•"/>
            </a:pPr>
            <a:r>
              <a:rPr lang="en-US" sz="1867"/>
              <a:t>Delete</a:t>
            </a:r>
          </a:p>
          <a:p>
            <a:pPr marL="800100" lvl="1" indent="-342900">
              <a:buFont typeface="Arial" panose="020B0604020202020204" pitchFamily="34" charset="0"/>
              <a:buChar char="•"/>
            </a:pPr>
            <a:r>
              <a:rPr lang="en-US" sz="1867"/>
              <a:t>Delete at position</a:t>
            </a:r>
          </a:p>
          <a:p>
            <a:pPr marL="800100" lvl="1" indent="-342900">
              <a:buFont typeface="Arial" panose="020B0604020202020204" pitchFamily="34" charset="0"/>
              <a:buChar char="•"/>
            </a:pPr>
            <a:r>
              <a:rPr lang="en-US" sz="1867"/>
              <a:t>Center</a:t>
            </a:r>
          </a:p>
          <a:p>
            <a:pPr marL="800100" lvl="1" indent="-342900">
              <a:buFont typeface="Arial" panose="020B0604020202020204" pitchFamily="34" charset="0"/>
              <a:buChar char="•"/>
            </a:pPr>
            <a:r>
              <a:rPr lang="en-US" sz="1867"/>
              <a:t>Reverse</a:t>
            </a:r>
          </a:p>
          <a:p>
            <a:pPr marL="800100" lvl="1" indent="-342900">
              <a:buFont typeface="Arial" panose="020B0604020202020204" pitchFamily="34" charset="0"/>
              <a:buChar char="•"/>
            </a:pPr>
            <a:r>
              <a:rPr lang="en-US" sz="1867"/>
              <a:t>Size</a:t>
            </a:r>
          </a:p>
          <a:p>
            <a:pPr marL="800100" lvl="1" indent="-342900">
              <a:buFont typeface="Arial" panose="020B0604020202020204" pitchFamily="34" charset="0"/>
              <a:buChar char="•"/>
            </a:pPr>
            <a:r>
              <a:rPr lang="en-US" sz="1867"/>
              <a:t>Iterator</a:t>
            </a:r>
          </a:p>
          <a:p>
            <a:pPr marL="800100" lvl="1" indent="-342900">
              <a:buFont typeface="Arial" panose="020B0604020202020204" pitchFamily="34" charset="0"/>
              <a:buChar char="•"/>
            </a:pPr>
            <a:r>
              <a:rPr lang="en-US" sz="1867"/>
              <a:t>Traverse/Print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388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5</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3252878"/>
          </a:xfrm>
          <a:prstGeom prst="rect">
            <a:avLst/>
          </a:prstGeom>
          <a:noFill/>
        </p:spPr>
        <p:txBody>
          <a:bodyPr wrap="square" rtlCol="0">
            <a:spAutoFit/>
          </a:bodyPr>
          <a:lstStyle/>
          <a:p>
            <a:r>
              <a:rPr lang="en-US" sz="1867" dirty="0"/>
              <a:t>Implement your own version of the following data structures with mentioned functionalities:</a:t>
            </a:r>
          </a:p>
          <a:p>
            <a:endParaRPr lang="en-US" sz="1867" dirty="0"/>
          </a:p>
          <a:p>
            <a:pPr marL="342900" indent="-342900">
              <a:buFont typeface="Arial" panose="020B0604020202020204" pitchFamily="34" charset="0"/>
              <a:buChar char="•"/>
            </a:pPr>
            <a:r>
              <a:rPr lang="en-US" sz="1867" dirty="0"/>
              <a:t>Priority Queue</a:t>
            </a:r>
          </a:p>
          <a:p>
            <a:pPr marL="800100" lvl="1" indent="-342900">
              <a:buFont typeface="Arial" panose="020B0604020202020204" pitchFamily="34" charset="0"/>
              <a:buChar char="•"/>
            </a:pPr>
            <a:r>
              <a:rPr lang="en-US" sz="1867" dirty="0"/>
              <a:t>Enqueue</a:t>
            </a:r>
          </a:p>
          <a:p>
            <a:pPr marL="800100" lvl="1" indent="-342900">
              <a:buFont typeface="Arial" panose="020B0604020202020204" pitchFamily="34" charset="0"/>
              <a:buChar char="•"/>
            </a:pPr>
            <a:r>
              <a:rPr lang="en-US" sz="1867" dirty="0"/>
              <a:t>Dequeue (Highest Priority)</a:t>
            </a:r>
          </a:p>
          <a:p>
            <a:pPr marL="800100" lvl="1" indent="-342900">
              <a:buFont typeface="Arial" panose="020B0604020202020204" pitchFamily="34" charset="0"/>
              <a:buChar char="•"/>
            </a:pPr>
            <a:r>
              <a:rPr lang="en-US" sz="1867" dirty="0"/>
              <a:t>Peek (Highest Priority)</a:t>
            </a:r>
          </a:p>
          <a:p>
            <a:pPr marL="800100" lvl="1" indent="-342900">
              <a:buFont typeface="Arial" panose="020B0604020202020204" pitchFamily="34" charset="0"/>
              <a:buChar char="•"/>
            </a:pPr>
            <a:r>
              <a:rPr lang="en-US" sz="1867" dirty="0"/>
              <a:t>Contains</a:t>
            </a:r>
          </a:p>
          <a:p>
            <a:pPr marL="800100" lvl="1" indent="-342900">
              <a:buFont typeface="Arial" panose="020B0604020202020204" pitchFamily="34" charset="0"/>
              <a:buChar char="•"/>
            </a:pPr>
            <a:r>
              <a:rPr lang="en-US" sz="1867" dirty="0"/>
              <a:t>Size</a:t>
            </a:r>
          </a:p>
          <a:p>
            <a:pPr marL="800100" lvl="1" indent="-342900">
              <a:buFont typeface="Arial" panose="020B0604020202020204" pitchFamily="34" charset="0"/>
              <a:buChar char="•"/>
            </a:pPr>
            <a:r>
              <a:rPr lang="en-US" sz="1867" dirty="0"/>
              <a:t>Reverse</a:t>
            </a:r>
          </a:p>
          <a:p>
            <a:pPr marL="800100" lvl="1" indent="-342900">
              <a:buFont typeface="Arial" panose="020B0604020202020204" pitchFamily="34" charset="0"/>
              <a:buChar char="•"/>
            </a:pPr>
            <a:r>
              <a:rPr lang="en-US" sz="1867" dirty="0"/>
              <a:t>Iterator</a:t>
            </a:r>
          </a:p>
          <a:p>
            <a:pPr marL="800100" lvl="1" indent="-342900">
              <a:buFont typeface="Arial" panose="020B0604020202020204" pitchFamily="34" charset="0"/>
              <a:buChar char="•"/>
            </a:pPr>
            <a:r>
              <a:rPr lang="en-US" sz="1867" dirty="0"/>
              <a:t>Traverse/Print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724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6</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3252878"/>
          </a:xfrm>
          <a:prstGeom prst="rect">
            <a:avLst/>
          </a:prstGeom>
          <a:noFill/>
        </p:spPr>
        <p:txBody>
          <a:bodyPr wrap="square" rtlCol="0">
            <a:spAutoFit/>
          </a:bodyPr>
          <a:lstStyle/>
          <a:p>
            <a:r>
              <a:rPr lang="en-US" sz="1867"/>
              <a:t>Implement your own version of the following data structures with mentioned functionalities:</a:t>
            </a:r>
          </a:p>
          <a:p>
            <a:endParaRPr lang="en-US" sz="1867"/>
          </a:p>
          <a:p>
            <a:pPr marL="342900" indent="-342900">
              <a:buFont typeface="Arial" panose="020B0604020202020204" pitchFamily="34" charset="0"/>
              <a:buChar char="•"/>
            </a:pPr>
            <a:r>
              <a:rPr lang="en-US" sz="1867"/>
              <a:t>Queue</a:t>
            </a:r>
          </a:p>
          <a:p>
            <a:pPr marL="800100" lvl="1" indent="-342900">
              <a:buFont typeface="Arial" panose="020B0604020202020204" pitchFamily="34" charset="0"/>
              <a:buChar char="•"/>
            </a:pPr>
            <a:r>
              <a:rPr lang="en-US" sz="1867"/>
              <a:t>Enqueue</a:t>
            </a:r>
          </a:p>
          <a:p>
            <a:pPr marL="800100" lvl="1" indent="-342900">
              <a:buFont typeface="Arial" panose="020B0604020202020204" pitchFamily="34" charset="0"/>
              <a:buChar char="•"/>
            </a:pPr>
            <a:r>
              <a:rPr lang="en-US" sz="1867"/>
              <a:t>Dequeue</a:t>
            </a:r>
          </a:p>
          <a:p>
            <a:pPr marL="800100" lvl="1" indent="-342900">
              <a:buFont typeface="Arial" panose="020B0604020202020204" pitchFamily="34" charset="0"/>
              <a:buChar char="•"/>
            </a:pPr>
            <a:r>
              <a:rPr lang="en-US" sz="1867"/>
              <a:t>Peek</a:t>
            </a:r>
          </a:p>
          <a:p>
            <a:pPr marL="800100" lvl="1" indent="-342900">
              <a:buFont typeface="Arial" panose="020B0604020202020204" pitchFamily="34" charset="0"/>
              <a:buChar char="•"/>
            </a:pPr>
            <a:r>
              <a:rPr lang="en-US" sz="1867"/>
              <a:t>Contains</a:t>
            </a:r>
          </a:p>
          <a:p>
            <a:pPr marL="800100" lvl="1" indent="-342900">
              <a:buFont typeface="Arial" panose="020B0604020202020204" pitchFamily="34" charset="0"/>
              <a:buChar char="•"/>
            </a:pPr>
            <a:r>
              <a:rPr lang="en-US" sz="1867"/>
              <a:t>Size</a:t>
            </a:r>
          </a:p>
          <a:p>
            <a:pPr marL="800100" lvl="1" indent="-342900">
              <a:buFont typeface="Arial" panose="020B0604020202020204" pitchFamily="34" charset="0"/>
              <a:buChar char="•"/>
            </a:pPr>
            <a:r>
              <a:rPr lang="en-US" sz="1867"/>
              <a:t>Reverse</a:t>
            </a:r>
          </a:p>
          <a:p>
            <a:pPr marL="800100" lvl="1" indent="-342900">
              <a:buFont typeface="Arial" panose="020B0604020202020204" pitchFamily="34" charset="0"/>
              <a:buChar char="•"/>
            </a:pPr>
            <a:r>
              <a:rPr lang="en-US" sz="1867"/>
              <a:t>Iterator</a:t>
            </a:r>
          </a:p>
          <a:p>
            <a:pPr marL="800100" lvl="1" indent="-342900">
              <a:buFont typeface="Arial" panose="020B0604020202020204" pitchFamily="34" charset="0"/>
              <a:buChar char="•"/>
            </a:pPr>
            <a:r>
              <a:rPr lang="en-US" sz="1867"/>
              <a:t>Traverse/Print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246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7</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3252878"/>
          </a:xfrm>
          <a:prstGeom prst="rect">
            <a:avLst/>
          </a:prstGeom>
          <a:noFill/>
        </p:spPr>
        <p:txBody>
          <a:bodyPr wrap="square" rtlCol="0">
            <a:spAutoFit/>
          </a:bodyPr>
          <a:lstStyle/>
          <a:p>
            <a:r>
              <a:rPr lang="en-US" sz="1867" dirty="0"/>
              <a:t>Implement your own version of the following data structures with mentioned functionalities:</a:t>
            </a:r>
          </a:p>
          <a:p>
            <a:endParaRPr lang="en-US" sz="1867" dirty="0"/>
          </a:p>
          <a:p>
            <a:pPr marL="342900" indent="-342900">
              <a:buFont typeface="Arial" panose="020B0604020202020204" pitchFamily="34" charset="0"/>
              <a:buChar char="•"/>
            </a:pPr>
            <a:r>
              <a:rPr lang="en-US" sz="1867" dirty="0"/>
              <a:t>Stack</a:t>
            </a:r>
          </a:p>
          <a:p>
            <a:pPr marL="800100" lvl="1" indent="-342900">
              <a:buFont typeface="Arial" panose="020B0604020202020204" pitchFamily="34" charset="0"/>
              <a:buChar char="•"/>
            </a:pPr>
            <a:r>
              <a:rPr lang="en-US" sz="1867" dirty="0"/>
              <a:t>Push</a:t>
            </a:r>
          </a:p>
          <a:p>
            <a:pPr marL="800100" lvl="1" indent="-342900">
              <a:buFont typeface="Arial" panose="020B0604020202020204" pitchFamily="34" charset="0"/>
              <a:buChar char="•"/>
            </a:pPr>
            <a:r>
              <a:rPr lang="en-US" sz="1867" dirty="0"/>
              <a:t>Pop</a:t>
            </a:r>
          </a:p>
          <a:p>
            <a:pPr marL="800100" lvl="1" indent="-342900">
              <a:buFont typeface="Arial" panose="020B0604020202020204" pitchFamily="34" charset="0"/>
              <a:buChar char="•"/>
            </a:pPr>
            <a:r>
              <a:rPr lang="en-US" sz="1867" dirty="0"/>
              <a:t>Peek</a:t>
            </a:r>
          </a:p>
          <a:p>
            <a:pPr marL="800100" lvl="1" indent="-342900">
              <a:buFont typeface="Arial" panose="020B0604020202020204" pitchFamily="34" charset="0"/>
              <a:buChar char="•"/>
            </a:pPr>
            <a:r>
              <a:rPr lang="en-US" sz="1867" dirty="0"/>
              <a:t>Contains</a:t>
            </a:r>
          </a:p>
          <a:p>
            <a:pPr marL="800100" lvl="1" indent="-342900">
              <a:buFont typeface="Arial" panose="020B0604020202020204" pitchFamily="34" charset="0"/>
              <a:buChar char="•"/>
            </a:pPr>
            <a:r>
              <a:rPr lang="en-US" sz="1867" dirty="0"/>
              <a:t>Size</a:t>
            </a:r>
          </a:p>
          <a:p>
            <a:pPr marL="800100" lvl="1" indent="-342900">
              <a:buFont typeface="Arial" panose="020B0604020202020204" pitchFamily="34" charset="0"/>
              <a:buChar char="•"/>
            </a:pPr>
            <a:r>
              <a:rPr lang="en-US" sz="1867" dirty="0"/>
              <a:t>Reverse</a:t>
            </a:r>
          </a:p>
          <a:p>
            <a:pPr marL="800100" lvl="1" indent="-342900">
              <a:buFont typeface="Arial" panose="020B0604020202020204" pitchFamily="34" charset="0"/>
              <a:buChar char="•"/>
            </a:pPr>
            <a:r>
              <a:rPr lang="en-US" sz="1867" dirty="0"/>
              <a:t>Iterator</a:t>
            </a:r>
          </a:p>
          <a:p>
            <a:pPr marL="800100" lvl="1" indent="-342900">
              <a:buFont typeface="Arial" panose="020B0604020202020204" pitchFamily="34" charset="0"/>
              <a:buChar char="•"/>
            </a:pPr>
            <a:r>
              <a:rPr lang="en-US" sz="1867" dirty="0"/>
              <a:t>Traverse/Print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711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8</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3540200"/>
          </a:xfrm>
          <a:prstGeom prst="rect">
            <a:avLst/>
          </a:prstGeom>
          <a:noFill/>
        </p:spPr>
        <p:txBody>
          <a:bodyPr wrap="square" rtlCol="0">
            <a:spAutoFit/>
          </a:bodyPr>
          <a:lstStyle/>
          <a:p>
            <a:r>
              <a:rPr lang="en-US" sz="1867" dirty="0"/>
              <a:t>Implement your own version of the following data structures with mentioned functionalities:</a:t>
            </a:r>
          </a:p>
          <a:p>
            <a:endParaRPr lang="en-US" sz="1867" dirty="0"/>
          </a:p>
          <a:p>
            <a:pPr marL="342900" indent="-342900">
              <a:buFont typeface="Arial" panose="020B0604020202020204" pitchFamily="34" charset="0"/>
              <a:buChar char="•"/>
            </a:pPr>
            <a:r>
              <a:rPr lang="en-US" sz="1867" dirty="0"/>
              <a:t>N-Child Tree</a:t>
            </a:r>
          </a:p>
          <a:p>
            <a:pPr marL="800100" lvl="1" indent="-342900">
              <a:buFont typeface="Arial" panose="020B0604020202020204" pitchFamily="34" charset="0"/>
              <a:buChar char="•"/>
            </a:pPr>
            <a:r>
              <a:rPr lang="en-US" sz="1867" dirty="0"/>
              <a:t>Insert</a:t>
            </a:r>
          </a:p>
          <a:p>
            <a:pPr marL="800100" lvl="1" indent="-342900">
              <a:buFont typeface="Arial" panose="020B0604020202020204" pitchFamily="34" charset="0"/>
              <a:buChar char="•"/>
            </a:pPr>
            <a:r>
              <a:rPr lang="en-US" sz="1867" dirty="0"/>
              <a:t>Delete</a:t>
            </a:r>
          </a:p>
          <a:p>
            <a:pPr marL="800100" lvl="1" indent="-342900">
              <a:buFont typeface="Arial" panose="020B0604020202020204" pitchFamily="34" charset="0"/>
              <a:buChar char="•"/>
            </a:pPr>
            <a:r>
              <a:rPr lang="en-US" sz="1867" dirty="0"/>
              <a:t>Contains</a:t>
            </a:r>
          </a:p>
          <a:p>
            <a:pPr marL="800100" lvl="1" indent="-342900">
              <a:buFont typeface="Arial" panose="020B0604020202020204" pitchFamily="34" charset="0"/>
              <a:buChar char="•"/>
            </a:pPr>
            <a:r>
              <a:rPr lang="en-US" sz="1867" dirty="0"/>
              <a:t>Get Elements by value</a:t>
            </a:r>
          </a:p>
          <a:p>
            <a:pPr marL="800100" lvl="1" indent="-342900">
              <a:buFont typeface="Arial" panose="020B0604020202020204" pitchFamily="34" charset="0"/>
              <a:buChar char="•"/>
            </a:pPr>
            <a:r>
              <a:rPr lang="en-US" sz="1867" dirty="0"/>
              <a:t>Get Elements by level</a:t>
            </a:r>
          </a:p>
          <a:p>
            <a:pPr marL="800100" lvl="1" indent="-342900">
              <a:buFont typeface="Arial" panose="020B0604020202020204" pitchFamily="34" charset="0"/>
              <a:buChar char="•"/>
            </a:pPr>
            <a:r>
              <a:rPr lang="en-US" sz="1867" dirty="0"/>
              <a:t>Iterator Breadth First</a:t>
            </a:r>
          </a:p>
          <a:p>
            <a:pPr marL="800100" lvl="1" indent="-342900">
              <a:buFont typeface="Arial" panose="020B0604020202020204" pitchFamily="34" charset="0"/>
              <a:buChar char="•"/>
            </a:pPr>
            <a:r>
              <a:rPr lang="en-US" sz="1867" dirty="0"/>
              <a:t>Iterator Depth First</a:t>
            </a:r>
          </a:p>
          <a:p>
            <a:pPr marL="800100" lvl="1" indent="-342900">
              <a:buFont typeface="Arial" panose="020B0604020202020204" pitchFamily="34" charset="0"/>
              <a:buChar char="•"/>
            </a:pPr>
            <a:r>
              <a:rPr lang="en-US" sz="1867" dirty="0"/>
              <a:t>Traverse/Print Breadth First</a:t>
            </a:r>
          </a:p>
          <a:p>
            <a:pPr marL="800100" lvl="1" indent="-342900">
              <a:buFont typeface="Arial" panose="020B0604020202020204" pitchFamily="34" charset="0"/>
              <a:buChar char="•"/>
            </a:pPr>
            <a:r>
              <a:rPr lang="en-US" sz="1867" dirty="0"/>
              <a:t>Traverse/Print Depth First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951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269" y="138241"/>
            <a:ext cx="9236404" cy="1341120"/>
          </a:xfrm>
        </p:spPr>
        <p:txBody>
          <a:bodyPr>
            <a:normAutofit/>
          </a:bodyPr>
          <a:lstStyle/>
          <a:p>
            <a:pPr>
              <a:spcAft>
                <a:spcPts val="800"/>
              </a:spcAft>
            </a:pPr>
            <a:r>
              <a:rPr lang="en-US" sz="3867" b="1">
                <a:solidFill>
                  <a:schemeClr val="accent2"/>
                </a:solidFill>
              </a:rPr>
              <a:t>Problem Statement</a:t>
            </a: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9</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28295"/>
            <a:ext cx="11713301" cy="2965555"/>
          </a:xfrm>
          <a:prstGeom prst="rect">
            <a:avLst/>
          </a:prstGeom>
          <a:noFill/>
        </p:spPr>
        <p:txBody>
          <a:bodyPr wrap="square" rtlCol="0">
            <a:spAutoFit/>
          </a:bodyPr>
          <a:lstStyle/>
          <a:p>
            <a:r>
              <a:rPr lang="en-US" sz="1867"/>
              <a:t>Implement your own version of the following data structures with mentioned functionalities:</a:t>
            </a:r>
          </a:p>
          <a:p>
            <a:endParaRPr lang="en-US" sz="1867"/>
          </a:p>
          <a:p>
            <a:pPr marL="342900" indent="-342900">
              <a:buFont typeface="Arial" panose="020B0604020202020204" pitchFamily="34" charset="0"/>
              <a:buChar char="•"/>
            </a:pPr>
            <a:r>
              <a:rPr lang="en-US" sz="1867"/>
              <a:t>Hash Table</a:t>
            </a:r>
          </a:p>
          <a:p>
            <a:pPr marL="800100" lvl="1" indent="-342900">
              <a:buFont typeface="Arial" panose="020B0604020202020204" pitchFamily="34" charset="0"/>
              <a:buChar char="•"/>
            </a:pPr>
            <a:r>
              <a:rPr lang="en-US" sz="1867"/>
              <a:t>Insert</a:t>
            </a:r>
          </a:p>
          <a:p>
            <a:pPr marL="800100" lvl="1" indent="-342900">
              <a:buFont typeface="Arial" panose="020B0604020202020204" pitchFamily="34" charset="0"/>
              <a:buChar char="•"/>
            </a:pPr>
            <a:r>
              <a:rPr lang="en-US" sz="1867"/>
              <a:t>Delete</a:t>
            </a:r>
          </a:p>
          <a:p>
            <a:pPr marL="800100" lvl="1" indent="-342900">
              <a:buFont typeface="Arial" panose="020B0604020202020204" pitchFamily="34" charset="0"/>
              <a:buChar char="•"/>
            </a:pPr>
            <a:r>
              <a:rPr lang="en-US" sz="1867"/>
              <a:t>Contains</a:t>
            </a:r>
          </a:p>
          <a:p>
            <a:pPr marL="800100" lvl="1" indent="-342900">
              <a:buFont typeface="Arial" panose="020B0604020202020204" pitchFamily="34" charset="0"/>
              <a:buChar char="•"/>
            </a:pPr>
            <a:r>
              <a:rPr lang="en-US" sz="1867"/>
              <a:t>Get Value by key</a:t>
            </a:r>
          </a:p>
          <a:p>
            <a:pPr marL="800100" lvl="1" indent="-342900">
              <a:buFont typeface="Arial" panose="020B0604020202020204" pitchFamily="34" charset="0"/>
              <a:buChar char="•"/>
            </a:pPr>
            <a:r>
              <a:rPr lang="en-US" sz="1867"/>
              <a:t>Size</a:t>
            </a:r>
          </a:p>
          <a:p>
            <a:pPr marL="800100" lvl="1" indent="-342900">
              <a:buFont typeface="Arial" panose="020B0604020202020204" pitchFamily="34" charset="0"/>
              <a:buChar char="•"/>
            </a:pPr>
            <a:r>
              <a:rPr lang="en-US" sz="1867"/>
              <a:t>Iterator</a:t>
            </a:r>
          </a:p>
          <a:p>
            <a:pPr marL="800100" lvl="1" indent="-342900">
              <a:buFont typeface="Arial" panose="020B0604020202020204" pitchFamily="34" charset="0"/>
              <a:buChar char="•"/>
            </a:pPr>
            <a:r>
              <a:rPr lang="en-US" sz="1867"/>
              <a:t>Traverse/Print</a:t>
            </a:r>
          </a:p>
        </p:txBody>
      </p:sp>
      <p:pic>
        <p:nvPicPr>
          <p:cNvPr id="3075"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703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381" y="136525"/>
            <a:ext cx="9236404" cy="1341120"/>
          </a:xfrm>
        </p:spPr>
        <p:txBody>
          <a:bodyPr>
            <a:normAutofit/>
          </a:bodyPr>
          <a:lstStyle/>
          <a:p>
            <a:r>
              <a:rPr lang="en-IN" sz="4267" b="1">
                <a:solidFill>
                  <a:schemeClr val="accent1"/>
                </a:solidFill>
              </a:rPr>
              <a:t>Expected Behaviour And Output</a:t>
            </a:r>
            <a:endParaRPr lang="en-IN" sz="4267">
              <a:latin typeface="Tw Cen MT (Headings)"/>
              <a:cs typeface="Times New Roman" pitchFamily="18" charset="0"/>
            </a:endParaRP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10</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92827"/>
            <a:ext cx="11713301" cy="1549399"/>
          </a:xfrm>
          <a:prstGeom prst="rect">
            <a:avLst/>
          </a:prstGeom>
          <a:noFill/>
        </p:spPr>
        <p:txBody>
          <a:bodyPr wrap="square" rtlCol="0">
            <a:spAutoFit/>
          </a:bodyPr>
          <a:lstStyle/>
          <a:p>
            <a:pPr marL="342900" indent="-342900">
              <a:spcAft>
                <a:spcPts val="800"/>
              </a:spcAft>
              <a:buFont typeface="Arial" panose="020B0604020202020204" pitchFamily="34" charset="0"/>
              <a:buChar char="•"/>
            </a:pPr>
            <a:r>
              <a:rPr lang="en-US" sz="1867"/>
              <a:t>Use of similar data structures already present in the language/framework is not allowed</a:t>
            </a:r>
          </a:p>
          <a:p>
            <a:pPr marL="342900" indent="-342900">
              <a:spcAft>
                <a:spcPts val="800"/>
              </a:spcAft>
              <a:buFont typeface="Arial" panose="020B0604020202020204" pitchFamily="34" charset="0"/>
              <a:buChar char="•"/>
            </a:pPr>
            <a:r>
              <a:rPr lang="en-US" sz="1867"/>
              <a:t>Make use of java's object oriented capabilities for implementing the data structures</a:t>
            </a:r>
          </a:p>
          <a:p>
            <a:pPr marL="342900" indent="-342900">
              <a:spcAft>
                <a:spcPts val="800"/>
              </a:spcAft>
              <a:buFont typeface="Arial" panose="020B0604020202020204" pitchFamily="34" charset="0"/>
              <a:buChar char="•"/>
            </a:pPr>
            <a:r>
              <a:rPr lang="en-US" sz="1867"/>
              <a:t>Exception handling is expected in the program</a:t>
            </a:r>
          </a:p>
          <a:p>
            <a:pPr marL="342900" indent="-342900">
              <a:spcAft>
                <a:spcPts val="800"/>
              </a:spcAft>
              <a:buFont typeface="Arial" panose="020B0604020202020204" pitchFamily="34" charset="0"/>
              <a:buChar char="•"/>
            </a:pPr>
            <a:r>
              <a:rPr lang="en-US" sz="1867"/>
              <a:t>Jdk8 should be used for development</a:t>
            </a:r>
          </a:p>
        </p:txBody>
      </p:sp>
      <p:pic>
        <p:nvPicPr>
          <p:cNvPr id="8"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8448"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694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805" y="444610"/>
            <a:ext cx="9236404" cy="1341120"/>
          </a:xfrm>
        </p:spPr>
        <p:txBody>
          <a:bodyPr>
            <a:normAutofit/>
          </a:bodyPr>
          <a:lstStyle/>
          <a:p>
            <a:pPr>
              <a:spcAft>
                <a:spcPts val="800"/>
              </a:spcAft>
            </a:pPr>
            <a:r>
              <a:rPr lang="en-US" sz="3867" b="1">
                <a:solidFill>
                  <a:schemeClr val="accent1"/>
                </a:solidFill>
              </a:rPr>
              <a:t>Evaluation Criteria</a:t>
            </a:r>
            <a:endParaRPr lang="en-IN" sz="3867" b="1">
              <a:solidFill>
                <a:schemeClr val="accent1"/>
              </a:solidFill>
            </a:endParaRPr>
          </a:p>
        </p:txBody>
      </p:sp>
      <p:sp>
        <p:nvSpPr>
          <p:cNvPr id="4" name="Slide Number Placeholder 3"/>
          <p:cNvSpPr>
            <a:spLocks noGrp="1"/>
          </p:cNvSpPr>
          <p:nvPr>
            <p:ph type="sldNum" sz="quarter" idx="12"/>
          </p:nvPr>
        </p:nvSpPr>
        <p:spPr/>
        <p:txBody>
          <a:bodyPr>
            <a:normAutofit/>
          </a:bodyPr>
          <a:lstStyle/>
          <a:p>
            <a:fld id="{0AF5D669-8080-4DFE-8EC1-C5AE2DAFBDE1}" type="slidenum">
              <a:rPr lang="en-IN" smtClean="0"/>
              <a:t>11</a:t>
            </a:fld>
            <a:endParaRPr lang="en-IN"/>
          </a:p>
        </p:txBody>
      </p:sp>
      <p:sp>
        <p:nvSpPr>
          <p:cNvPr id="7" name="Content Placeholder 2"/>
          <p:cNvSpPr txBox="1">
            <a:spLocks/>
          </p:cNvSpPr>
          <p:nvPr/>
        </p:nvSpPr>
        <p:spPr>
          <a:xfrm>
            <a:off x="527381" y="1796819"/>
            <a:ext cx="11329259" cy="393643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a:lstStyle>
          <a:p>
            <a:pPr marL="152396" marR="16133" indent="0">
              <a:buNone/>
            </a:pPr>
            <a:endParaRPr lang="en-IN" sz="2667">
              <a:effectLst>
                <a:outerShdw blurRad="38100" dist="38100" dir="2700000" algn="tl">
                  <a:srgbClr val="000000">
                    <a:alpha val="43137"/>
                  </a:srgbClr>
                </a:outerShdw>
              </a:effectLst>
            </a:endParaRPr>
          </a:p>
          <a:p>
            <a:pPr marL="152396" marR="16133" indent="0">
              <a:buNone/>
            </a:pPr>
            <a:endParaRPr lang="en-IN" sz="2667">
              <a:effectLst>
                <a:outerShdw blurRad="38100" dist="38100" dir="2700000" algn="tl">
                  <a:srgbClr val="000000">
                    <a:alpha val="43137"/>
                  </a:srgbClr>
                </a:outerShdw>
              </a:effectLst>
            </a:endParaRPr>
          </a:p>
        </p:txBody>
      </p:sp>
      <p:sp>
        <p:nvSpPr>
          <p:cNvPr id="3" name="TextBox 2"/>
          <p:cNvSpPr txBox="1"/>
          <p:nvPr/>
        </p:nvSpPr>
        <p:spPr>
          <a:xfrm>
            <a:off x="335360" y="1892827"/>
            <a:ext cx="11713301" cy="1528945"/>
          </a:xfrm>
          <a:prstGeom prst="rect">
            <a:avLst/>
          </a:prstGeom>
          <a:noFill/>
        </p:spPr>
        <p:txBody>
          <a:bodyPr wrap="square" rtlCol="0">
            <a:spAutoFit/>
          </a:bodyPr>
          <a:lstStyle/>
          <a:p>
            <a:pPr marL="380990" indent="-380990">
              <a:buFont typeface="Arial" panose="020B0604020202020204" pitchFamily="34" charset="0"/>
              <a:buChar char="•"/>
            </a:pPr>
            <a:r>
              <a:rPr lang="en-IN" sz="1867"/>
              <a:t>Code Completeness and Correctness</a:t>
            </a:r>
          </a:p>
          <a:p>
            <a:pPr marL="380990" indent="-380990">
              <a:buFont typeface="Arial" panose="020B0604020202020204" pitchFamily="34" charset="0"/>
              <a:buChar char="•"/>
            </a:pPr>
            <a:r>
              <a:rPr lang="en-IN" sz="1867"/>
              <a:t>Usage of OO Principles, package/class structure, class/function/variable names</a:t>
            </a:r>
          </a:p>
          <a:p>
            <a:pPr marL="380990" indent="-380990">
              <a:buFont typeface="Arial" panose="020B0604020202020204" pitchFamily="34" charset="0"/>
              <a:buChar char="•"/>
            </a:pPr>
            <a:r>
              <a:rPr lang="en-IN" sz="1867"/>
              <a:t>Complexity of the operations</a:t>
            </a:r>
          </a:p>
          <a:p>
            <a:pPr marL="380990" indent="-380990">
              <a:buFont typeface="Arial" panose="020B0604020202020204" pitchFamily="34" charset="0"/>
              <a:buChar char="•"/>
            </a:pPr>
            <a:r>
              <a:rPr lang="en-IN" sz="1867"/>
              <a:t>Code should be in running condition</a:t>
            </a:r>
          </a:p>
          <a:p>
            <a:pPr marL="380990" indent="-380990">
              <a:buFont typeface="Arial" panose="020B0604020202020204" pitchFamily="34" charset="0"/>
              <a:buChar char="•"/>
              <a:tabLst>
                <a:tab pos="2154713" algn="l"/>
              </a:tabLst>
            </a:pPr>
            <a:r>
              <a:rPr lang="en-IN" sz="1867"/>
              <a:t>Presentation Skills</a:t>
            </a:r>
            <a:endParaRPr lang="en-IN" sz="2400"/>
          </a:p>
        </p:txBody>
      </p:sp>
      <p:pic>
        <p:nvPicPr>
          <p:cNvPr id="8" name="Picture 3" descr="C:\Users\surender2567\Downloads\imageedit_1_978514732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2384" y="33518"/>
            <a:ext cx="2016224" cy="1414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978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Nagarro">
      <a:dk1>
        <a:srgbClr val="47D7AC"/>
      </a:dk1>
      <a:lt1>
        <a:srgbClr val="FFFFFF"/>
      </a:lt1>
      <a:dk2>
        <a:srgbClr val="06041F"/>
      </a:dk2>
      <a:lt2>
        <a:srgbClr val="8893A5"/>
      </a:lt2>
      <a:accent1>
        <a:srgbClr val="47D7AC"/>
      </a:accent1>
      <a:accent2>
        <a:srgbClr val="2E008B"/>
      </a:accent2>
      <a:accent3>
        <a:srgbClr val="C4C9D1"/>
      </a:accent3>
      <a:accent4>
        <a:srgbClr val="13294B"/>
      </a:accent4>
      <a:accent5>
        <a:srgbClr val="FBD872"/>
      </a:accent5>
      <a:accent6>
        <a:srgbClr val="F8485E"/>
      </a:accent6>
      <a:hlink>
        <a:srgbClr val="3AAB94"/>
      </a:hlink>
      <a:folHlink>
        <a:srgbClr val="3AAB94"/>
      </a:folHlink>
    </a:clrScheme>
    <a:fontScheme name="HL EquipExtMed, Text Equip light">
      <a:majorFont>
        <a:latin typeface="Equip Extended Medium"/>
        <a:ea typeface=""/>
        <a:cs typeface=""/>
      </a:majorFont>
      <a:minorFont>
        <a:latin typeface="Equip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2" id="{D8A4DFA4-0BEA-4812-87A6-33EB4DC94838}" vid="{EF992607-9038-43E1-9691-5E1850DA68B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320</Words>
  <Application>Microsoft Office PowerPoint</Application>
  <PresentationFormat>Widescreen</PresentationFormat>
  <Paragraphs>114</Paragraphs>
  <Slides>11</Slides>
  <Notes>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11</vt:i4>
      </vt:variant>
    </vt:vector>
  </HeadingPairs>
  <TitlesOfParts>
    <vt:vector size="25" baseType="lpstr">
      <vt:lpstr>Arial</vt:lpstr>
      <vt:lpstr>Calibri</vt:lpstr>
      <vt:lpstr>Calibri Light</vt:lpstr>
      <vt:lpstr>Equip</vt:lpstr>
      <vt:lpstr>Equip Extended</vt:lpstr>
      <vt:lpstr>Equip Extended Light</vt:lpstr>
      <vt:lpstr>Equip Extended Medium</vt:lpstr>
      <vt:lpstr>Equip Extended Thin</vt:lpstr>
      <vt:lpstr>Equip Light</vt:lpstr>
      <vt:lpstr>Equip Medium</vt:lpstr>
      <vt:lpstr>Tw Cen MT (Headings)</vt:lpstr>
      <vt:lpstr>Wingdings</vt:lpstr>
      <vt:lpstr>Office Theme</vt:lpstr>
      <vt:lpstr>Office</vt:lpstr>
      <vt:lpstr>  Data Structures and Algorithms Basics </vt:lpstr>
      <vt:lpstr>Study Material</vt:lpstr>
      <vt:lpstr>Assignment</vt:lpstr>
      <vt:lpstr>Problem Statement</vt:lpstr>
      <vt:lpstr>Problem Statement</vt:lpstr>
      <vt:lpstr>Problem Statement</vt:lpstr>
      <vt:lpstr>Problem Statement</vt:lpstr>
      <vt:lpstr>Problem Statement</vt:lpstr>
      <vt:lpstr>Problem Statement</vt:lpstr>
      <vt:lpstr>Expected Behaviour And Output</vt:lpstr>
      <vt:lpstr>Evaluation Criteria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dc:title>
  <dc:creator>nikhil.barar@nagarro.com</dc:creator>
  <cp:lastModifiedBy>Vemuri Manideepak</cp:lastModifiedBy>
  <cp:revision>4</cp:revision>
  <dcterms:created xsi:type="dcterms:W3CDTF">2018-01-05T06:31:28Z</dcterms:created>
  <dcterms:modified xsi:type="dcterms:W3CDTF">2022-02-16T04:59:10Z</dcterms:modified>
</cp:coreProperties>
</file>